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58" y="-6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04C0D6-6AA4-48EE-A4E5-74F276FA4E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0875975-3B4B-46F3-8C6D-18E2CE50F3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D54633E-AA11-4CA9-9195-2C750C2F76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579A9-7208-4910-9444-C1CD517524A6}" type="datetimeFigureOut">
              <a:rPr lang="ko-KR" altLang="en-US" smtClean="0"/>
              <a:t>2026-02-08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829170B-6C3C-4AC9-93A4-11BD8A8A1F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9067441-4F7C-4479-960B-80FC02A7DC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8EE616-0E0B-449D-ADA2-AD8ADC16B2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168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B8E6FF0-7B50-4F3D-9313-1732AD3C4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D1A654F-E162-40F3-A80E-940E7A6ABB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E00CF5E-B4A8-4005-B9C6-1ADD6C4034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579A9-7208-4910-9444-C1CD517524A6}" type="datetimeFigureOut">
              <a:rPr lang="ko-KR" altLang="en-US" smtClean="0"/>
              <a:t>2026-02-08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118BC8E-9C5C-44A2-AB19-C72EA4A2FD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7DB5A80-F1DF-4508-BE60-DB6DE5810A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8EE616-0E0B-449D-ADA2-AD8ADC16B2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03194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71D88D-3E05-44B1-80E4-6F30230F15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4684DD6-7302-4190-9842-941E168621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2AD0D1E-D25C-4A84-850B-2DA9072897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579A9-7208-4910-9444-C1CD517524A6}" type="datetimeFigureOut">
              <a:rPr lang="ko-KR" altLang="en-US" smtClean="0"/>
              <a:t>2026-02-08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D1567C5-26F2-4B87-8B63-9C648ADA41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67BAFDD-E970-4F00-8552-E58DB29B18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8EE616-0E0B-449D-ADA2-AD8ADC16B2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10016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C590AD7-4C8F-4828-A7DD-06E4D4EB5F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EDCFBFA-C72C-48D4-9E8E-B0407F6ABD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C19CE8D-E073-4355-8DA8-864746E089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47D2D7D-F34D-48B1-9850-414FA03FEA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579A9-7208-4910-9444-C1CD517524A6}" type="datetimeFigureOut">
              <a:rPr lang="ko-KR" altLang="en-US" smtClean="0"/>
              <a:t>2026-02-08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A62FB19-D100-4DF6-BFF9-3A2D8AAB7F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BA9708D-6154-478C-8E92-B8B2FA8D8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8EE616-0E0B-449D-ADA2-AD8ADC16B2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32136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F13883-A37F-4284-A0C5-9F83C55271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57D95BC-257B-48BD-B7BF-F975C73918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FF33663-C3C7-476C-96B3-5CCEDC5BD8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954376F-6B14-435C-BA24-60BDC659BAD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87B0D72-3807-4FDB-B54B-152B32C9A0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A118285-A5C0-4E60-923D-E648B8A176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579A9-7208-4910-9444-C1CD517524A6}" type="datetimeFigureOut">
              <a:rPr lang="ko-KR" altLang="en-US" smtClean="0"/>
              <a:t>2026-02-08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3DB346D-B8FC-4F41-BD7D-531095FCC8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0D8D3FC1-4DDF-461F-9769-C7E01F1004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8EE616-0E0B-449D-ADA2-AD8ADC16B2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94252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446C24F-78B8-432A-9552-44BC56E1FD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6A94535-7C02-4014-9B7E-84125E958B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579A9-7208-4910-9444-C1CD517524A6}" type="datetimeFigureOut">
              <a:rPr lang="ko-KR" altLang="en-US" smtClean="0"/>
              <a:t>2026-02-08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2A28DF0-8263-41A9-BA55-AD95D8EF07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D6B151E-8E88-4E03-9AF4-B812A6E2FF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8EE616-0E0B-449D-ADA2-AD8ADC16B2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28048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7EC020C-4A4A-4ADF-9149-6F28E750C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579A9-7208-4910-9444-C1CD517524A6}" type="datetimeFigureOut">
              <a:rPr lang="ko-KR" altLang="en-US" smtClean="0"/>
              <a:t>2026-02-08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F8ACB2B-8452-4A2C-9158-4B125350E7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E5AFB05-3D5B-4331-B4E2-C5419E7057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8EE616-0E0B-449D-ADA2-AD8ADC16B2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20116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DA8480-56A7-4EB7-8A13-0F38DBA4C7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F4EA6E5-9E32-4BDF-9A17-9E00E6B0EC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C8298D7-5678-4F32-B975-BC890DEFE9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EAAF718-D63B-4346-9E3A-7CF4918F47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579A9-7208-4910-9444-C1CD517524A6}" type="datetimeFigureOut">
              <a:rPr lang="ko-KR" altLang="en-US" smtClean="0"/>
              <a:t>2026-02-08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82770B2-1DDD-4ADF-B49A-1F50AF09C3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D8113FB-E962-4792-ABD9-FFD274035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8EE616-0E0B-449D-ADA2-AD8ADC16B2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81302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6C0EC2-FB16-4C48-9BCC-15CCBF3BC5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E68CEA1-AF56-4C56-83A2-7D8D06B0B6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04C86B1-2B6F-4B3F-9A76-D5B5AAFBE6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52AFA15-0D58-4C0A-8266-69A19B2B7C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579A9-7208-4910-9444-C1CD517524A6}" type="datetimeFigureOut">
              <a:rPr lang="ko-KR" altLang="en-US" smtClean="0"/>
              <a:t>2026-02-08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1B17D21-E4A7-4EC1-BADB-9950DAFF18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BF698FB-A944-44DD-8DE0-13416DC72B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8EE616-0E0B-449D-ADA2-AD8ADC16B2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1281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332930-5955-472E-8862-2A9800F4FC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F2113FF-36A6-4262-8A8C-9745999E67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B860CD6-9CA5-46EB-91E3-462D296E5D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579A9-7208-4910-9444-C1CD517524A6}" type="datetimeFigureOut">
              <a:rPr lang="ko-KR" altLang="en-US" smtClean="0"/>
              <a:t>2026-02-08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D0D0798-180B-4ECC-A6EB-507896DACD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1C21708-3268-4C60-81CF-C9E535A7C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8EE616-0E0B-449D-ADA2-AD8ADC16B2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51106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26480600-475F-4C21-9FFE-1AC414AB9C1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BA0B540-5841-4935-9573-757F2DFEBC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2EF23A3-FB29-4E11-8937-3294DA2C0F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579A9-7208-4910-9444-C1CD517524A6}" type="datetimeFigureOut">
              <a:rPr lang="ko-KR" altLang="en-US" smtClean="0"/>
              <a:t>2026-02-08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D1219A4-BEDE-480F-9174-588DDD28A1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6ACD57A-8B1D-454E-AB03-16FB7E2403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8EE616-0E0B-449D-ADA2-AD8ADC16B2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4567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5C191EC-37D8-4453-A2C7-938DD14F97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59E1C9E-628D-4DE1-8B91-C898E8E0D0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6117D17-D19A-48CE-BB91-5343EF9C42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F579A9-7208-4910-9444-C1CD517524A6}" type="datetimeFigureOut">
              <a:rPr lang="ko-KR" altLang="en-US" smtClean="0"/>
              <a:t>2026-02-08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2E0F434-CA0D-42B8-A3BE-E3C350F586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C34BBFD-67AC-4C68-9ECC-165E91407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8EE616-0E0B-449D-ADA2-AD8ADC16B2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81618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066E145B-502B-4527-820F-66317BDD41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4458726"/>
              </p:ext>
            </p:extLst>
          </p:nvPr>
        </p:nvGraphicFramePr>
        <p:xfrm>
          <a:off x="2032000" y="719666"/>
          <a:ext cx="8128001" cy="4348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1143">
                  <a:extLst>
                    <a:ext uri="{9D8B030D-6E8A-4147-A177-3AD203B41FA5}">
                      <a16:colId xmlns:a16="http://schemas.microsoft.com/office/drawing/2014/main" val="1652889451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3218412544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1480865842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776383421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4042806612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18638473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57209796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Operation Pattern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Control Method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Acc. Time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Dec. Time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Positioning Address(um)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Command Speed(mm/min)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57025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END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ABS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500ms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500ms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130000.0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3000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3839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END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ABS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500ms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500ms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161500.0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3000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08974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3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END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ABS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500ms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500ms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152000.0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3000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73614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4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END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ABS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500ms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500ms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87000.0	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3000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98729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5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END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ABS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500ms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500ms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81000.0	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3000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99011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6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END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ABS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500ms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500ms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14000.0	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3000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88889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7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END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ABS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500ms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500ms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8000.0	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3000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28770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8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END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INC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500ms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500ms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6000.0	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3000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8376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9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END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INC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500ms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500ms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-6000.0	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3000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56036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END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INC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500ms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500ms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10000.0	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3000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23503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803150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B51C6873-B716-4C1D-9993-C6BF047860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7908010"/>
              </p:ext>
            </p:extLst>
          </p:nvPr>
        </p:nvGraphicFramePr>
        <p:xfrm>
          <a:off x="1914711" y="1657723"/>
          <a:ext cx="7740280" cy="2734984"/>
        </p:xfrm>
        <a:graphic>
          <a:graphicData uri="http://schemas.openxmlformats.org/drawingml/2006/table">
            <a:tbl>
              <a:tblPr>
                <a:tableStyleId>{21E4AEA4-8DFA-4A89-87EB-49C32662AFE0}</a:tableStyleId>
              </a:tblPr>
              <a:tblGrid>
                <a:gridCol w="774028">
                  <a:extLst>
                    <a:ext uri="{9D8B030D-6E8A-4147-A177-3AD203B41FA5}">
                      <a16:colId xmlns:a16="http://schemas.microsoft.com/office/drawing/2014/main" val="2656208715"/>
                    </a:ext>
                  </a:extLst>
                </a:gridCol>
                <a:gridCol w="774028">
                  <a:extLst>
                    <a:ext uri="{9D8B030D-6E8A-4147-A177-3AD203B41FA5}">
                      <a16:colId xmlns:a16="http://schemas.microsoft.com/office/drawing/2014/main" val="2323968237"/>
                    </a:ext>
                  </a:extLst>
                </a:gridCol>
                <a:gridCol w="774028">
                  <a:extLst>
                    <a:ext uri="{9D8B030D-6E8A-4147-A177-3AD203B41FA5}">
                      <a16:colId xmlns:a16="http://schemas.microsoft.com/office/drawing/2014/main" val="782760666"/>
                    </a:ext>
                  </a:extLst>
                </a:gridCol>
                <a:gridCol w="774028">
                  <a:extLst>
                    <a:ext uri="{9D8B030D-6E8A-4147-A177-3AD203B41FA5}">
                      <a16:colId xmlns:a16="http://schemas.microsoft.com/office/drawing/2014/main" val="41854430"/>
                    </a:ext>
                  </a:extLst>
                </a:gridCol>
                <a:gridCol w="774028">
                  <a:extLst>
                    <a:ext uri="{9D8B030D-6E8A-4147-A177-3AD203B41FA5}">
                      <a16:colId xmlns:a16="http://schemas.microsoft.com/office/drawing/2014/main" val="287841382"/>
                    </a:ext>
                  </a:extLst>
                </a:gridCol>
                <a:gridCol w="774028">
                  <a:extLst>
                    <a:ext uri="{9D8B030D-6E8A-4147-A177-3AD203B41FA5}">
                      <a16:colId xmlns:a16="http://schemas.microsoft.com/office/drawing/2014/main" val="3693843053"/>
                    </a:ext>
                  </a:extLst>
                </a:gridCol>
                <a:gridCol w="774028">
                  <a:extLst>
                    <a:ext uri="{9D8B030D-6E8A-4147-A177-3AD203B41FA5}">
                      <a16:colId xmlns:a16="http://schemas.microsoft.com/office/drawing/2014/main" val="3305039370"/>
                    </a:ext>
                  </a:extLst>
                </a:gridCol>
                <a:gridCol w="774028">
                  <a:extLst>
                    <a:ext uri="{9D8B030D-6E8A-4147-A177-3AD203B41FA5}">
                      <a16:colId xmlns:a16="http://schemas.microsoft.com/office/drawing/2014/main" val="1749771248"/>
                    </a:ext>
                  </a:extLst>
                </a:gridCol>
                <a:gridCol w="774028">
                  <a:extLst>
                    <a:ext uri="{9D8B030D-6E8A-4147-A177-3AD203B41FA5}">
                      <a16:colId xmlns:a16="http://schemas.microsoft.com/office/drawing/2014/main" val="1204361619"/>
                    </a:ext>
                  </a:extLst>
                </a:gridCol>
                <a:gridCol w="774028">
                  <a:extLst>
                    <a:ext uri="{9D8B030D-6E8A-4147-A177-3AD203B41FA5}">
                      <a16:colId xmlns:a16="http://schemas.microsoft.com/office/drawing/2014/main" val="2378395289"/>
                    </a:ext>
                  </a:extLst>
                </a:gridCol>
              </a:tblGrid>
              <a:tr h="258831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100" u="none" strike="noStrike">
                          <a:effectLst/>
                        </a:rPr>
                        <a:t>구분</a:t>
                      </a:r>
                      <a:endParaRPr lang="ko-KR" altLang="en-US" sz="11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ko-KR" sz="1100" u="none" strike="noStrike">
                          <a:effectLst/>
                        </a:rPr>
                        <a:t>(</a:t>
                      </a:r>
                      <a:r>
                        <a:rPr lang="ko-KR" altLang="en-US" sz="1100" u="none" strike="noStrike">
                          <a:effectLst/>
                        </a:rPr>
                        <a:t>전원</a:t>
                      </a:r>
                      <a:r>
                        <a:rPr lang="en-US" altLang="ko-KR" sz="1100" u="none" strike="noStrike">
                          <a:effectLst/>
                        </a:rPr>
                        <a:t>)</a:t>
                      </a:r>
                      <a:endParaRPr lang="en-US" altLang="ko-KR" sz="11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u="none" strike="noStrike">
                          <a:effectLst/>
                        </a:rPr>
                        <a:t>(CPU)</a:t>
                      </a:r>
                      <a:endParaRPr lang="en-US" sz="11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100" u="none" strike="noStrike">
                          <a:effectLst/>
                        </a:rPr>
                        <a:t>슬롯 </a:t>
                      </a:r>
                      <a:r>
                        <a:rPr lang="en-US" altLang="ko-KR" sz="1100" u="none" strike="noStrike">
                          <a:effectLst/>
                        </a:rPr>
                        <a:t>0</a:t>
                      </a:r>
                      <a:endParaRPr lang="en-US" altLang="ko-KR" sz="11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100" u="none" strike="noStrike">
                          <a:effectLst/>
                        </a:rPr>
                        <a:t>슬롯 </a:t>
                      </a:r>
                      <a:r>
                        <a:rPr lang="en-US" altLang="ko-KR" sz="1100" u="none" strike="noStrike">
                          <a:effectLst/>
                        </a:rPr>
                        <a:t>1</a:t>
                      </a:r>
                      <a:endParaRPr lang="en-US" altLang="ko-KR" sz="11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100" u="none" strike="noStrike">
                          <a:effectLst/>
                        </a:rPr>
                        <a:t>슬롯 </a:t>
                      </a:r>
                      <a:r>
                        <a:rPr lang="en-US" altLang="ko-KR" sz="1100" u="none" strike="noStrike">
                          <a:effectLst/>
                        </a:rPr>
                        <a:t>2</a:t>
                      </a:r>
                      <a:endParaRPr lang="en-US" altLang="ko-KR" sz="11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100" u="none" strike="noStrike">
                          <a:effectLst/>
                        </a:rPr>
                        <a:t>슬롯 </a:t>
                      </a:r>
                      <a:r>
                        <a:rPr lang="en-US" altLang="ko-KR" sz="1100" u="none" strike="noStrike">
                          <a:effectLst/>
                        </a:rPr>
                        <a:t>3</a:t>
                      </a:r>
                      <a:endParaRPr lang="en-US" altLang="ko-KR" sz="11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100" u="none" strike="noStrike">
                          <a:effectLst/>
                        </a:rPr>
                        <a:t>슬롯 </a:t>
                      </a:r>
                      <a:r>
                        <a:rPr lang="en-US" altLang="ko-KR" sz="1100" u="none" strike="noStrike">
                          <a:effectLst/>
                        </a:rPr>
                        <a:t>4</a:t>
                      </a:r>
                      <a:endParaRPr lang="en-US" altLang="ko-KR" sz="11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100" u="none" strike="noStrike">
                          <a:effectLst/>
                        </a:rPr>
                        <a:t>슬롯 </a:t>
                      </a:r>
                      <a:r>
                        <a:rPr lang="en-US" altLang="ko-KR" sz="1100" u="none" strike="noStrike">
                          <a:effectLst/>
                        </a:rPr>
                        <a:t>5</a:t>
                      </a:r>
                      <a:endParaRPr lang="en-US" altLang="ko-KR" sz="11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100" u="none" strike="noStrike">
                          <a:effectLst/>
                        </a:rPr>
                        <a:t>슬롯 </a:t>
                      </a:r>
                      <a:r>
                        <a:rPr lang="en-US" altLang="ko-KR" sz="1100" u="none" strike="noStrike">
                          <a:effectLst/>
                        </a:rPr>
                        <a:t>6</a:t>
                      </a:r>
                      <a:endParaRPr lang="en-US" altLang="ko-KR" sz="11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214488150"/>
                  </a:ext>
                </a:extLst>
              </a:tr>
              <a:tr h="405502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100" u="none" strike="noStrike">
                          <a:effectLst/>
                        </a:rPr>
                        <a:t>품명</a:t>
                      </a:r>
                      <a:endParaRPr lang="ko-KR" altLang="en-US" sz="11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u="none" strike="noStrike">
                          <a:effectLst/>
                        </a:rPr>
                        <a:t>Q61P</a:t>
                      </a:r>
                      <a:endParaRPr lang="en-US" sz="11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u="none" strike="noStrike">
                          <a:effectLst/>
                        </a:rPr>
                        <a:t>Q03UDV</a:t>
                      </a:r>
                      <a:endParaRPr lang="en-US" sz="11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u="none" strike="noStrike">
                          <a:effectLst/>
                        </a:rPr>
                        <a:t>QX40</a:t>
                      </a:r>
                      <a:endParaRPr lang="en-US" sz="11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u="none" strike="noStrike">
                          <a:effectLst/>
                        </a:rPr>
                        <a:t>QX40</a:t>
                      </a:r>
                      <a:endParaRPr lang="en-US" sz="11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u="none" strike="noStrike">
                          <a:effectLst/>
                        </a:rPr>
                        <a:t>QY10</a:t>
                      </a:r>
                      <a:endParaRPr lang="en-US" sz="11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u="none" strike="noStrike">
                          <a:effectLst/>
                        </a:rPr>
                        <a:t>QY10</a:t>
                      </a:r>
                      <a:endParaRPr lang="en-US" sz="11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u="none" strike="noStrike">
                          <a:effectLst/>
                        </a:rPr>
                        <a:t>Q64AD</a:t>
                      </a:r>
                      <a:endParaRPr lang="en-US" sz="11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u="none" strike="noStrike">
                          <a:effectLst/>
                        </a:rPr>
                        <a:t>QJ61BT11N</a:t>
                      </a:r>
                      <a:endParaRPr lang="en-US" sz="11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u="none" strike="noStrike">
                          <a:effectLst/>
                        </a:rPr>
                        <a:t>QD77MS2</a:t>
                      </a:r>
                      <a:endParaRPr lang="en-US" sz="11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049142137"/>
                  </a:ext>
                </a:extLst>
              </a:tr>
              <a:tr h="250204">
                <a:tc rowSpan="5">
                  <a:txBody>
                    <a:bodyPr/>
                    <a:lstStyle/>
                    <a:p>
                      <a:pPr algn="l" rtl="0" fontAlgn="ctr"/>
                      <a:r>
                        <a:rPr lang="ko-KR" altLang="en-US" sz="1100" u="none" strike="noStrike">
                          <a:effectLst/>
                        </a:rPr>
                        <a:t>모듈명칭</a:t>
                      </a:r>
                      <a:endParaRPr lang="ko-KR" altLang="en-US" sz="11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 rowSpan="5">
                  <a:txBody>
                    <a:bodyPr/>
                    <a:lstStyle/>
                    <a:p>
                      <a:pPr algn="l" rtl="0" fontAlgn="ctr"/>
                      <a:r>
                        <a:rPr lang="ko-KR" altLang="en-US" sz="1100" u="none" strike="noStrike">
                          <a:effectLst/>
                        </a:rPr>
                        <a:t>전원</a:t>
                      </a:r>
                      <a:endParaRPr lang="ko-KR" altLang="en-US" sz="11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 rowSpan="5">
                  <a:txBody>
                    <a:bodyPr/>
                    <a:lstStyle/>
                    <a:p>
                      <a:pPr algn="l" rtl="0" fontAlgn="ctr"/>
                      <a:r>
                        <a:rPr lang="en-US" sz="1100" u="none" strike="noStrike">
                          <a:effectLst/>
                        </a:rPr>
                        <a:t>CPU</a:t>
                      </a:r>
                      <a:endParaRPr lang="en-US" sz="11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100" u="none" strike="noStrike" dirty="0" err="1">
                          <a:effectLst/>
                        </a:rPr>
                        <a:t>입력모듈</a:t>
                      </a:r>
                      <a:endParaRPr lang="ko-KR" altLang="en-US" sz="1100" b="0" i="0" u="none" strike="noStrike" dirty="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100" u="none" strike="noStrike">
                          <a:effectLst/>
                        </a:rPr>
                        <a:t>입력모듈</a:t>
                      </a:r>
                      <a:endParaRPr lang="ko-KR" altLang="en-US" sz="11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100" u="none" strike="noStrike">
                          <a:effectLst/>
                        </a:rPr>
                        <a:t>출력모듈</a:t>
                      </a:r>
                      <a:endParaRPr lang="ko-KR" altLang="en-US" sz="11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100" u="none" strike="noStrike">
                          <a:effectLst/>
                        </a:rPr>
                        <a:t>출력모듈</a:t>
                      </a:r>
                      <a:endParaRPr lang="ko-KR" altLang="en-US" sz="11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u="none" strike="noStrike">
                          <a:effectLst/>
                        </a:rPr>
                        <a:t>AD, DA</a:t>
                      </a:r>
                      <a:endParaRPr lang="en-US" sz="11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u="none" strike="noStrike">
                          <a:effectLst/>
                        </a:rPr>
                        <a:t>CC-Link</a:t>
                      </a:r>
                      <a:endParaRPr lang="en-US" sz="11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100" u="none" strike="noStrike">
                          <a:effectLst/>
                        </a:rPr>
                        <a:t>위치결정</a:t>
                      </a:r>
                      <a:endParaRPr lang="ko-KR" altLang="en-US" sz="11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923356318"/>
                  </a:ext>
                </a:extLst>
              </a:tr>
              <a:tr h="25020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100" u="none" strike="noStrike" dirty="0">
                          <a:effectLst/>
                        </a:rPr>
                        <a:t>　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100" u="none" strike="noStrike">
                          <a:effectLst/>
                        </a:rPr>
                        <a:t>　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100" u="none" strike="noStrike">
                          <a:effectLst/>
                        </a:rPr>
                        <a:t>　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100" u="none" strike="noStrike">
                          <a:effectLst/>
                        </a:rPr>
                        <a:t>　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100" u="none" strike="noStrike">
                          <a:effectLst/>
                        </a:rPr>
                        <a:t>　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100" u="none" strike="noStrike">
                          <a:effectLst/>
                        </a:rPr>
                        <a:t>　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100" u="none" strike="noStrike">
                          <a:effectLst/>
                        </a:rPr>
                        <a:t>　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701576774"/>
                  </a:ext>
                </a:extLst>
              </a:tr>
              <a:tr h="25020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ko-KR" sz="1100" u="none" strike="noStrike" dirty="0">
                          <a:effectLst/>
                        </a:rPr>
                        <a:t>16</a:t>
                      </a:r>
                      <a:r>
                        <a:rPr lang="ko-KR" altLang="en-US" sz="1100" u="none" strike="noStrike" dirty="0">
                          <a:effectLst/>
                        </a:rPr>
                        <a:t>점</a:t>
                      </a:r>
                      <a:endParaRPr lang="ko-KR" altLang="en-US" sz="1100" b="0" i="0" u="none" strike="noStrike" dirty="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ko-KR" sz="1100" u="none" strike="noStrike">
                          <a:effectLst/>
                        </a:rPr>
                        <a:t>16</a:t>
                      </a:r>
                      <a:r>
                        <a:rPr lang="ko-KR" altLang="en-US" sz="1100" u="none" strike="noStrike">
                          <a:effectLst/>
                        </a:rPr>
                        <a:t>점</a:t>
                      </a:r>
                      <a:endParaRPr lang="ko-KR" altLang="en-US" sz="11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ko-KR" sz="1100" u="none" strike="noStrike">
                          <a:effectLst/>
                        </a:rPr>
                        <a:t>16</a:t>
                      </a:r>
                      <a:r>
                        <a:rPr lang="ko-KR" altLang="en-US" sz="1100" u="none" strike="noStrike">
                          <a:effectLst/>
                        </a:rPr>
                        <a:t>점</a:t>
                      </a:r>
                      <a:endParaRPr lang="ko-KR" altLang="en-US" sz="11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ko-KR" sz="1100" u="none" strike="noStrike">
                          <a:effectLst/>
                        </a:rPr>
                        <a:t>16</a:t>
                      </a:r>
                      <a:r>
                        <a:rPr lang="ko-KR" altLang="en-US" sz="1100" u="none" strike="noStrike">
                          <a:effectLst/>
                        </a:rPr>
                        <a:t>점</a:t>
                      </a:r>
                      <a:endParaRPr lang="ko-KR" altLang="en-US" sz="11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100" u="none" strike="noStrike">
                          <a:effectLst/>
                        </a:rPr>
                        <a:t>변환모듈</a:t>
                      </a:r>
                      <a:endParaRPr lang="ko-KR" altLang="en-US" sz="11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ko-KR" sz="1100" u="none" strike="noStrike">
                          <a:effectLst/>
                        </a:rPr>
                        <a:t>32</a:t>
                      </a:r>
                      <a:r>
                        <a:rPr lang="ko-KR" altLang="en-US" sz="1100" u="none" strike="noStrike">
                          <a:effectLst/>
                        </a:rPr>
                        <a:t>점</a:t>
                      </a:r>
                      <a:endParaRPr lang="ko-KR" altLang="en-US" sz="11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ko-KR" sz="1100" u="none" strike="noStrike">
                          <a:effectLst/>
                        </a:rPr>
                        <a:t>32</a:t>
                      </a:r>
                      <a:r>
                        <a:rPr lang="ko-KR" altLang="en-US" sz="1100" u="none" strike="noStrike">
                          <a:effectLst/>
                        </a:rPr>
                        <a:t>점</a:t>
                      </a:r>
                      <a:endParaRPr lang="ko-KR" altLang="en-US" sz="11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024163673"/>
                  </a:ext>
                </a:extLst>
              </a:tr>
              <a:tr h="25020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100" u="none" strike="noStrike" dirty="0">
                          <a:effectLst/>
                        </a:rPr>
                        <a:t>　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100" u="none" strike="noStrike">
                          <a:effectLst/>
                        </a:rPr>
                        <a:t>　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100" u="none" strike="noStrike">
                          <a:effectLst/>
                        </a:rPr>
                        <a:t>　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100" u="none" strike="noStrike">
                          <a:effectLst/>
                        </a:rPr>
                        <a:t>　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100" u="none" strike="noStrike">
                          <a:effectLst/>
                        </a:rPr>
                        <a:t>　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100" u="none" strike="noStrike">
                          <a:effectLst/>
                        </a:rPr>
                        <a:t>　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100" u="none" strike="noStrike">
                          <a:effectLst/>
                        </a:rPr>
                        <a:t>　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943596121"/>
                  </a:ext>
                </a:extLst>
              </a:tr>
              <a:tr h="25883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100" u="none" strike="noStrike" dirty="0">
                          <a:effectLst/>
                        </a:rPr>
                        <a:t>　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100" u="none" strike="noStrike">
                          <a:effectLst/>
                        </a:rPr>
                        <a:t>　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100" u="none" strike="noStrike">
                          <a:effectLst/>
                        </a:rPr>
                        <a:t>　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100" u="none" strike="noStrike">
                          <a:effectLst/>
                        </a:rPr>
                        <a:t>　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ko-KR" sz="1100" u="none" strike="noStrike">
                          <a:effectLst/>
                        </a:rPr>
                        <a:t>16</a:t>
                      </a:r>
                      <a:r>
                        <a:rPr lang="ko-KR" altLang="en-US" sz="1100" u="none" strike="noStrike">
                          <a:effectLst/>
                        </a:rPr>
                        <a:t>점</a:t>
                      </a:r>
                      <a:endParaRPr lang="ko-KR" altLang="en-US" sz="11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100" u="none" strike="noStrike">
                          <a:effectLst/>
                        </a:rPr>
                        <a:t>　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100" u="none" strike="noStrike">
                          <a:effectLst/>
                        </a:rPr>
                        <a:t>　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462726022"/>
                  </a:ext>
                </a:extLst>
              </a:tr>
              <a:tr h="405502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100" u="none" strike="noStrike">
                          <a:effectLst/>
                        </a:rPr>
                        <a:t>입력 </a:t>
                      </a:r>
                      <a:r>
                        <a:rPr lang="en-US" altLang="ko-KR" sz="1100" u="none" strike="noStrike">
                          <a:effectLst/>
                        </a:rPr>
                        <a:t>(</a:t>
                      </a:r>
                      <a:r>
                        <a:rPr lang="en-US" sz="1100" u="none" strike="noStrike">
                          <a:effectLst/>
                        </a:rPr>
                        <a:t>X)</a:t>
                      </a:r>
                      <a:endParaRPr lang="en-US" sz="11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ko-KR" sz="1100" u="none" strike="noStrike">
                          <a:effectLst/>
                        </a:rPr>
                        <a:t>-</a:t>
                      </a:r>
                      <a:endParaRPr lang="en-US" altLang="ko-KR" sz="11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ko-KR" sz="1100" u="none" strike="noStrike">
                          <a:effectLst/>
                        </a:rPr>
                        <a:t>-</a:t>
                      </a:r>
                      <a:endParaRPr lang="en-US" altLang="ko-KR" sz="11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u="none" strike="noStrike">
                          <a:effectLst/>
                        </a:rPr>
                        <a:t>X00 ~ X0F</a:t>
                      </a:r>
                      <a:endParaRPr lang="en-US" sz="11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u="none" strike="noStrike">
                          <a:effectLst/>
                        </a:rPr>
                        <a:t>X10 ~ X1F</a:t>
                      </a:r>
                      <a:endParaRPr lang="en-US" sz="11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ko-KR" sz="1100" u="none" strike="noStrike">
                          <a:effectLst/>
                        </a:rPr>
                        <a:t>-</a:t>
                      </a:r>
                      <a:endParaRPr lang="en-US" altLang="ko-KR" sz="11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ko-KR" sz="1100" u="none" strike="noStrike">
                          <a:effectLst/>
                        </a:rPr>
                        <a:t>-</a:t>
                      </a:r>
                      <a:endParaRPr lang="en-US" altLang="ko-KR" sz="11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u="none" strike="noStrike">
                          <a:effectLst/>
                        </a:rPr>
                        <a:t>X40 ~ X4F</a:t>
                      </a:r>
                      <a:endParaRPr lang="en-US" sz="11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u="none" strike="noStrike">
                          <a:effectLst/>
                        </a:rPr>
                        <a:t>X50 ~ X6F</a:t>
                      </a:r>
                      <a:endParaRPr lang="en-US" sz="11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u="none" strike="noStrike">
                          <a:effectLst/>
                        </a:rPr>
                        <a:t>X70 ~ X8F</a:t>
                      </a:r>
                      <a:endParaRPr lang="en-US" sz="11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402007266"/>
                  </a:ext>
                </a:extLst>
              </a:tr>
              <a:tr h="405502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100" u="none" strike="noStrike">
                          <a:effectLst/>
                        </a:rPr>
                        <a:t>출력 </a:t>
                      </a:r>
                      <a:r>
                        <a:rPr lang="en-US" altLang="ko-KR" sz="1100" u="none" strike="noStrike">
                          <a:effectLst/>
                        </a:rPr>
                        <a:t>(</a:t>
                      </a:r>
                      <a:r>
                        <a:rPr lang="en-US" sz="1100" u="none" strike="noStrike">
                          <a:effectLst/>
                        </a:rPr>
                        <a:t>Y)</a:t>
                      </a:r>
                      <a:endParaRPr lang="en-US" sz="11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ko-KR" sz="1100" u="none" strike="noStrike">
                          <a:effectLst/>
                        </a:rPr>
                        <a:t>-</a:t>
                      </a:r>
                      <a:endParaRPr lang="en-US" altLang="ko-KR" sz="11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ko-KR" sz="1100" u="none" strike="noStrike">
                          <a:effectLst/>
                        </a:rPr>
                        <a:t>-</a:t>
                      </a:r>
                      <a:endParaRPr lang="en-US" altLang="ko-KR" sz="11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ko-KR" sz="1100" u="none" strike="noStrike">
                          <a:effectLst/>
                        </a:rPr>
                        <a:t>-</a:t>
                      </a:r>
                      <a:endParaRPr lang="en-US" altLang="ko-KR" sz="11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ko-KR" sz="1100" u="none" strike="noStrike">
                          <a:effectLst/>
                        </a:rPr>
                        <a:t>-</a:t>
                      </a:r>
                      <a:endParaRPr lang="en-US" altLang="ko-KR" sz="11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u="none" strike="noStrike">
                          <a:effectLst/>
                        </a:rPr>
                        <a:t>Y20 ~ Y2F</a:t>
                      </a:r>
                      <a:endParaRPr lang="en-US" sz="11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u="none" strike="noStrike">
                          <a:effectLst/>
                        </a:rPr>
                        <a:t>Y30 ~ Y3F</a:t>
                      </a:r>
                      <a:endParaRPr lang="en-US" sz="11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u="none" strike="noStrike">
                          <a:effectLst/>
                        </a:rPr>
                        <a:t>Y40 ~ Y4F</a:t>
                      </a:r>
                      <a:endParaRPr lang="en-US" sz="11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u="none" strike="noStrike">
                          <a:effectLst/>
                        </a:rPr>
                        <a:t>Y50 ~ Y6F</a:t>
                      </a:r>
                      <a:endParaRPr lang="en-US" sz="11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u="none" strike="noStrike" dirty="0">
                          <a:effectLst/>
                        </a:rPr>
                        <a:t>Y70 ~ Y8F</a:t>
                      </a:r>
                      <a:endParaRPr lang="en-US" sz="1100" b="0" i="0" u="none" strike="noStrike" dirty="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0936848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749897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2D5AB089-EAFE-4311-8397-B2539BF20B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9458543"/>
              </p:ext>
            </p:extLst>
          </p:nvPr>
        </p:nvGraphicFramePr>
        <p:xfrm>
          <a:off x="494277" y="836077"/>
          <a:ext cx="4167371" cy="4630726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590453">
                  <a:extLst>
                    <a:ext uri="{9D8B030D-6E8A-4147-A177-3AD203B41FA5}">
                      <a16:colId xmlns:a16="http://schemas.microsoft.com/office/drawing/2014/main" val="1836928877"/>
                    </a:ext>
                  </a:extLst>
                </a:gridCol>
                <a:gridCol w="1488141">
                  <a:extLst>
                    <a:ext uri="{9D8B030D-6E8A-4147-A177-3AD203B41FA5}">
                      <a16:colId xmlns:a16="http://schemas.microsoft.com/office/drawing/2014/main" val="3602294066"/>
                    </a:ext>
                  </a:extLst>
                </a:gridCol>
                <a:gridCol w="708212">
                  <a:extLst>
                    <a:ext uri="{9D8B030D-6E8A-4147-A177-3AD203B41FA5}">
                      <a16:colId xmlns:a16="http://schemas.microsoft.com/office/drawing/2014/main" val="2330072330"/>
                    </a:ext>
                  </a:extLst>
                </a:gridCol>
                <a:gridCol w="1380565">
                  <a:extLst>
                    <a:ext uri="{9D8B030D-6E8A-4147-A177-3AD203B41FA5}">
                      <a16:colId xmlns:a16="http://schemas.microsoft.com/office/drawing/2014/main" val="3728513505"/>
                    </a:ext>
                  </a:extLst>
                </a:gridCol>
              </a:tblGrid>
              <a:tr h="255961">
                <a:tc>
                  <a:txBody>
                    <a:bodyPr/>
                    <a:lstStyle/>
                    <a:p>
                      <a:pPr rtl="0"/>
                      <a:r>
                        <a:rPr lang="en-US" sz="1200">
                          <a:effectLst/>
                        </a:rPr>
                        <a:t>Device Name</a:t>
                      </a:r>
                      <a:endParaRPr lang="en-US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9068" marR="59068" marT="39379" marB="39379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200">
                          <a:effectLst/>
                        </a:rPr>
                        <a:t>Comment</a:t>
                      </a:r>
                      <a:endParaRPr lang="en-US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9068" marR="59068" marT="39379" marB="39379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200">
                          <a:effectLst/>
                        </a:rPr>
                        <a:t>Device Name</a:t>
                      </a:r>
                      <a:endParaRPr lang="en-US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9068" marR="59068" marT="39379" marB="39379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200" dirty="0">
                          <a:effectLst/>
                        </a:rPr>
                        <a:t>Comment</a:t>
                      </a:r>
                      <a:endParaRPr lang="en-US" sz="12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9068" marR="59068" marT="39379" marB="39379" anchor="ctr"/>
                </a:tc>
                <a:extLst>
                  <a:ext uri="{0D108BD9-81ED-4DB2-BD59-A6C34878D82A}">
                    <a16:rowId xmlns:a16="http://schemas.microsoft.com/office/drawing/2014/main" val="3924236755"/>
                  </a:ext>
                </a:extLst>
              </a:tr>
              <a:tr h="255961">
                <a:tc>
                  <a:txBody>
                    <a:bodyPr/>
                    <a:lstStyle/>
                    <a:p>
                      <a:pPr rtl="0"/>
                      <a:r>
                        <a:rPr lang="en-US" sz="1200">
                          <a:effectLst/>
                        </a:rPr>
                        <a:t>X0</a:t>
                      </a:r>
                      <a:endParaRPr lang="en-US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9068" marR="59068" marT="39379" marB="39379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1200" dirty="0" err="1">
                          <a:effectLst/>
                        </a:rPr>
                        <a:t>공급후진</a:t>
                      </a:r>
                      <a:endParaRPr lang="ko-KR" altLang="en-US" sz="12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9068" marR="59068" marT="39379" marB="39379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200">
                          <a:effectLst/>
                        </a:rPr>
                        <a:t>X10</a:t>
                      </a:r>
                      <a:endParaRPr lang="en-US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9068" marR="59068" marT="39379" marB="39379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1200">
                          <a:effectLst/>
                        </a:rPr>
                        <a:t>소재센서</a:t>
                      </a:r>
                      <a:r>
                        <a:rPr lang="en-US" altLang="ko-KR" sz="1200">
                          <a:effectLst/>
                        </a:rPr>
                        <a:t>2</a:t>
                      </a:r>
                      <a:endParaRPr lang="en-US" altLang="ko-KR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9068" marR="59068" marT="39379" marB="39379" anchor="ctr"/>
                </a:tc>
                <a:extLst>
                  <a:ext uri="{0D108BD9-81ED-4DB2-BD59-A6C34878D82A}">
                    <a16:rowId xmlns:a16="http://schemas.microsoft.com/office/drawing/2014/main" val="2545897276"/>
                  </a:ext>
                </a:extLst>
              </a:tr>
              <a:tr h="255961">
                <a:tc>
                  <a:txBody>
                    <a:bodyPr/>
                    <a:lstStyle/>
                    <a:p>
                      <a:pPr rtl="0"/>
                      <a:r>
                        <a:rPr lang="en-US" sz="1200">
                          <a:effectLst/>
                        </a:rPr>
                        <a:t>X1</a:t>
                      </a:r>
                      <a:endParaRPr lang="en-US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9068" marR="59068" marT="39379" marB="39379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1200">
                          <a:effectLst/>
                        </a:rPr>
                        <a:t>공급전진</a:t>
                      </a:r>
                      <a:endParaRPr lang="ko-KR" altLang="en-US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9068" marR="59068" marT="39379" marB="39379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200">
                          <a:effectLst/>
                        </a:rPr>
                        <a:t>X11</a:t>
                      </a:r>
                      <a:endParaRPr lang="en-US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9068" marR="59068" marT="39379" marB="39379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1200">
                          <a:effectLst/>
                        </a:rPr>
                        <a:t>유량형센서</a:t>
                      </a:r>
                      <a:endParaRPr lang="ko-KR" altLang="en-US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9068" marR="59068" marT="39379" marB="39379" anchor="ctr"/>
                </a:tc>
                <a:extLst>
                  <a:ext uri="{0D108BD9-81ED-4DB2-BD59-A6C34878D82A}">
                    <a16:rowId xmlns:a16="http://schemas.microsoft.com/office/drawing/2014/main" val="3236645452"/>
                  </a:ext>
                </a:extLst>
              </a:tr>
              <a:tr h="255961">
                <a:tc>
                  <a:txBody>
                    <a:bodyPr/>
                    <a:lstStyle/>
                    <a:p>
                      <a:pPr rtl="0"/>
                      <a:r>
                        <a:rPr lang="en-US" sz="1200">
                          <a:effectLst/>
                        </a:rPr>
                        <a:t>X2</a:t>
                      </a:r>
                      <a:endParaRPr lang="en-US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9068" marR="59068" marT="39379" marB="39379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1200">
                          <a:effectLst/>
                        </a:rPr>
                        <a:t>분배후진</a:t>
                      </a:r>
                      <a:endParaRPr lang="ko-KR" altLang="en-US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9068" marR="59068" marT="39379" marB="39379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200">
                          <a:effectLst/>
                        </a:rPr>
                        <a:t>X12</a:t>
                      </a:r>
                      <a:endParaRPr lang="en-US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9068" marR="59068" marT="39379" marB="39379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1200">
                          <a:effectLst/>
                        </a:rPr>
                        <a:t>유도형센서</a:t>
                      </a:r>
                      <a:endParaRPr lang="ko-KR" altLang="en-US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9068" marR="59068" marT="39379" marB="39379" anchor="ctr"/>
                </a:tc>
                <a:extLst>
                  <a:ext uri="{0D108BD9-81ED-4DB2-BD59-A6C34878D82A}">
                    <a16:rowId xmlns:a16="http://schemas.microsoft.com/office/drawing/2014/main" val="104282763"/>
                  </a:ext>
                </a:extLst>
              </a:tr>
              <a:tr h="255961">
                <a:tc>
                  <a:txBody>
                    <a:bodyPr/>
                    <a:lstStyle/>
                    <a:p>
                      <a:pPr rtl="0"/>
                      <a:r>
                        <a:rPr lang="en-US" sz="1200">
                          <a:effectLst/>
                        </a:rPr>
                        <a:t>X3</a:t>
                      </a:r>
                      <a:endParaRPr lang="en-US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9068" marR="59068" marT="39379" marB="39379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1200">
                          <a:effectLst/>
                        </a:rPr>
                        <a:t>분배전진</a:t>
                      </a:r>
                      <a:endParaRPr lang="ko-KR" altLang="en-US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9068" marR="59068" marT="39379" marB="39379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200">
                          <a:effectLst/>
                        </a:rPr>
                        <a:t>X13</a:t>
                      </a:r>
                      <a:endParaRPr lang="en-US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9068" marR="59068" marT="39379" marB="39379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1200">
                          <a:effectLst/>
                        </a:rPr>
                        <a:t>스토퍼감지센서</a:t>
                      </a:r>
                      <a:endParaRPr lang="ko-KR" altLang="en-US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9068" marR="59068" marT="39379" marB="39379" anchor="ctr"/>
                </a:tc>
                <a:extLst>
                  <a:ext uri="{0D108BD9-81ED-4DB2-BD59-A6C34878D82A}">
                    <a16:rowId xmlns:a16="http://schemas.microsoft.com/office/drawing/2014/main" val="3713241080"/>
                  </a:ext>
                </a:extLst>
              </a:tr>
              <a:tr h="255961">
                <a:tc>
                  <a:txBody>
                    <a:bodyPr/>
                    <a:lstStyle/>
                    <a:p>
                      <a:pPr rtl="0"/>
                      <a:r>
                        <a:rPr lang="en-US" sz="1200">
                          <a:effectLst/>
                        </a:rPr>
                        <a:t>X4</a:t>
                      </a:r>
                      <a:endParaRPr lang="en-US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9068" marR="59068" marT="39379" marB="39379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1200">
                          <a:effectLst/>
                        </a:rPr>
                        <a:t>가공상승</a:t>
                      </a:r>
                      <a:endParaRPr lang="ko-KR" altLang="en-US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9068" marR="59068" marT="39379" marB="39379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200">
                          <a:effectLst/>
                        </a:rPr>
                        <a:t>X14</a:t>
                      </a:r>
                      <a:endParaRPr lang="en-US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9068" marR="59068" marT="39379" marB="39379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1200">
                          <a:effectLst/>
                        </a:rPr>
                        <a:t>컨베엔코더센서</a:t>
                      </a:r>
                      <a:endParaRPr lang="ko-KR" altLang="en-US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9068" marR="59068" marT="39379" marB="39379" anchor="ctr"/>
                </a:tc>
                <a:extLst>
                  <a:ext uri="{0D108BD9-81ED-4DB2-BD59-A6C34878D82A}">
                    <a16:rowId xmlns:a16="http://schemas.microsoft.com/office/drawing/2014/main" val="3159528791"/>
                  </a:ext>
                </a:extLst>
              </a:tr>
              <a:tr h="255961">
                <a:tc>
                  <a:txBody>
                    <a:bodyPr/>
                    <a:lstStyle/>
                    <a:p>
                      <a:pPr rtl="0"/>
                      <a:r>
                        <a:rPr lang="en-US" sz="1200">
                          <a:effectLst/>
                        </a:rPr>
                        <a:t>X5</a:t>
                      </a:r>
                      <a:endParaRPr lang="en-US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9068" marR="59068" marT="39379" marB="39379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1200">
                          <a:effectLst/>
                        </a:rPr>
                        <a:t>가공하강</a:t>
                      </a:r>
                      <a:endParaRPr lang="ko-KR" altLang="en-US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9068" marR="59068" marT="39379" marB="39379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200">
                          <a:effectLst/>
                        </a:rPr>
                        <a:t>X15</a:t>
                      </a:r>
                      <a:endParaRPr lang="en-US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9068" marR="59068" marT="39379" marB="39379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200" dirty="0">
                          <a:effectLst/>
                        </a:rPr>
                        <a:t>pb1</a:t>
                      </a:r>
                      <a:endParaRPr lang="en-US" sz="12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9068" marR="59068" marT="39379" marB="39379" anchor="ctr"/>
                </a:tc>
                <a:extLst>
                  <a:ext uri="{0D108BD9-81ED-4DB2-BD59-A6C34878D82A}">
                    <a16:rowId xmlns:a16="http://schemas.microsoft.com/office/drawing/2014/main" val="3114532997"/>
                  </a:ext>
                </a:extLst>
              </a:tr>
              <a:tr h="255961">
                <a:tc>
                  <a:txBody>
                    <a:bodyPr/>
                    <a:lstStyle/>
                    <a:p>
                      <a:pPr rtl="0"/>
                      <a:r>
                        <a:rPr lang="en-US" sz="1200">
                          <a:effectLst/>
                        </a:rPr>
                        <a:t>X6</a:t>
                      </a:r>
                      <a:endParaRPr lang="en-US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9068" marR="59068" marT="39379" marB="39379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1200">
                          <a:effectLst/>
                        </a:rPr>
                        <a:t>배출후진</a:t>
                      </a:r>
                      <a:endParaRPr lang="ko-KR" altLang="en-US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9068" marR="59068" marT="39379" marB="39379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200">
                          <a:effectLst/>
                        </a:rPr>
                        <a:t>X16</a:t>
                      </a:r>
                      <a:endParaRPr lang="en-US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9068" marR="59068" marT="39379" marB="39379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200" dirty="0">
                          <a:effectLst/>
                        </a:rPr>
                        <a:t>pb2</a:t>
                      </a:r>
                      <a:endParaRPr lang="en-US" sz="12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9068" marR="59068" marT="39379" marB="39379" anchor="ctr"/>
                </a:tc>
                <a:extLst>
                  <a:ext uri="{0D108BD9-81ED-4DB2-BD59-A6C34878D82A}">
                    <a16:rowId xmlns:a16="http://schemas.microsoft.com/office/drawing/2014/main" val="1229726133"/>
                  </a:ext>
                </a:extLst>
              </a:tr>
              <a:tr h="255961">
                <a:tc>
                  <a:txBody>
                    <a:bodyPr/>
                    <a:lstStyle/>
                    <a:p>
                      <a:pPr rtl="0"/>
                      <a:r>
                        <a:rPr lang="en-US" sz="1200">
                          <a:effectLst/>
                        </a:rPr>
                        <a:t>X7</a:t>
                      </a:r>
                      <a:endParaRPr lang="en-US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9068" marR="59068" marT="39379" marB="39379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1200">
                          <a:effectLst/>
                        </a:rPr>
                        <a:t>배출전진</a:t>
                      </a:r>
                      <a:r>
                        <a:rPr lang="en-US" altLang="ko-KR" sz="1200">
                          <a:effectLst/>
                        </a:rPr>
                        <a:t>7</a:t>
                      </a:r>
                      <a:endParaRPr lang="en-US" altLang="ko-KR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9068" marR="59068" marT="39379" marB="39379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200">
                          <a:effectLst/>
                        </a:rPr>
                        <a:t>X17</a:t>
                      </a:r>
                      <a:endParaRPr lang="en-US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9068" marR="59068" marT="39379" marB="39379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200">
                          <a:effectLst/>
                        </a:rPr>
                        <a:t>pb3</a:t>
                      </a:r>
                      <a:endParaRPr lang="en-US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9068" marR="59068" marT="39379" marB="39379" anchor="ctr"/>
                </a:tc>
                <a:extLst>
                  <a:ext uri="{0D108BD9-81ED-4DB2-BD59-A6C34878D82A}">
                    <a16:rowId xmlns:a16="http://schemas.microsoft.com/office/drawing/2014/main" val="3362774700"/>
                  </a:ext>
                </a:extLst>
              </a:tr>
              <a:tr h="255961">
                <a:tc>
                  <a:txBody>
                    <a:bodyPr/>
                    <a:lstStyle/>
                    <a:p>
                      <a:pPr rtl="0"/>
                      <a:r>
                        <a:rPr lang="en-US" sz="1200">
                          <a:effectLst/>
                        </a:rPr>
                        <a:t>X8</a:t>
                      </a:r>
                      <a:endParaRPr lang="en-US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9068" marR="59068" marT="39379" marB="39379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1200">
                          <a:effectLst/>
                        </a:rPr>
                        <a:t>스토퍼상승</a:t>
                      </a:r>
                      <a:endParaRPr lang="ko-KR" altLang="en-US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9068" marR="59068" marT="39379" marB="39379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200">
                          <a:effectLst/>
                        </a:rPr>
                        <a:t>X18</a:t>
                      </a:r>
                      <a:endParaRPr lang="en-US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9068" marR="59068" marT="39379" marB="39379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200">
                          <a:effectLst/>
                        </a:rPr>
                        <a:t>pb4</a:t>
                      </a:r>
                      <a:endParaRPr lang="en-US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9068" marR="59068" marT="39379" marB="39379" anchor="ctr"/>
                </a:tc>
                <a:extLst>
                  <a:ext uri="{0D108BD9-81ED-4DB2-BD59-A6C34878D82A}">
                    <a16:rowId xmlns:a16="http://schemas.microsoft.com/office/drawing/2014/main" val="397375183"/>
                  </a:ext>
                </a:extLst>
              </a:tr>
              <a:tr h="255961">
                <a:tc>
                  <a:txBody>
                    <a:bodyPr/>
                    <a:lstStyle/>
                    <a:p>
                      <a:pPr rtl="0"/>
                      <a:r>
                        <a:rPr lang="en-US" sz="1200">
                          <a:effectLst/>
                        </a:rPr>
                        <a:t>X9</a:t>
                      </a:r>
                      <a:endParaRPr lang="en-US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9068" marR="59068" marT="39379" marB="39379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1200">
                          <a:effectLst/>
                        </a:rPr>
                        <a:t>스토퍼하강</a:t>
                      </a:r>
                      <a:endParaRPr lang="ko-KR" altLang="en-US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9068" marR="59068" marT="39379" marB="39379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200">
                          <a:effectLst/>
                        </a:rPr>
                        <a:t>X19</a:t>
                      </a:r>
                      <a:endParaRPr lang="en-US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9068" marR="59068" marT="39379" marB="39379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200">
                          <a:effectLst/>
                        </a:rPr>
                        <a:t>pb5</a:t>
                      </a:r>
                      <a:endParaRPr lang="en-US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9068" marR="59068" marT="39379" marB="39379" anchor="ctr"/>
                </a:tc>
                <a:extLst>
                  <a:ext uri="{0D108BD9-81ED-4DB2-BD59-A6C34878D82A}">
                    <a16:rowId xmlns:a16="http://schemas.microsoft.com/office/drawing/2014/main" val="2298096490"/>
                  </a:ext>
                </a:extLst>
              </a:tr>
              <a:tr h="255961">
                <a:tc>
                  <a:txBody>
                    <a:bodyPr/>
                    <a:lstStyle/>
                    <a:p>
                      <a:pPr rtl="0"/>
                      <a:r>
                        <a:rPr lang="en-US" sz="1200">
                          <a:effectLst/>
                        </a:rPr>
                        <a:t>X0A</a:t>
                      </a:r>
                      <a:endParaRPr lang="en-US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9068" marR="59068" marT="39379" marB="39379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1200">
                          <a:effectLst/>
                        </a:rPr>
                        <a:t>흡착후진</a:t>
                      </a:r>
                      <a:endParaRPr lang="ko-KR" altLang="en-US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9068" marR="59068" marT="39379" marB="39379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200">
                          <a:effectLst/>
                        </a:rPr>
                        <a:t>X1A</a:t>
                      </a:r>
                      <a:endParaRPr lang="en-US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9068" marR="59068" marT="39379" marB="39379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200">
                          <a:effectLst/>
                        </a:rPr>
                        <a:t>pb6</a:t>
                      </a:r>
                      <a:endParaRPr lang="en-US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9068" marR="59068" marT="39379" marB="39379" anchor="ctr"/>
                </a:tc>
                <a:extLst>
                  <a:ext uri="{0D108BD9-81ED-4DB2-BD59-A6C34878D82A}">
                    <a16:rowId xmlns:a16="http://schemas.microsoft.com/office/drawing/2014/main" val="3028358876"/>
                  </a:ext>
                </a:extLst>
              </a:tr>
              <a:tr h="255961">
                <a:tc>
                  <a:txBody>
                    <a:bodyPr/>
                    <a:lstStyle/>
                    <a:p>
                      <a:pPr rtl="0"/>
                      <a:r>
                        <a:rPr lang="en-US" sz="1200">
                          <a:effectLst/>
                        </a:rPr>
                        <a:t>X0B</a:t>
                      </a:r>
                      <a:endParaRPr lang="en-US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9068" marR="59068" marT="39379" marB="39379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1200">
                          <a:effectLst/>
                        </a:rPr>
                        <a:t>흡착전진</a:t>
                      </a:r>
                      <a:endParaRPr lang="ko-KR" altLang="en-US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9068" marR="59068" marT="39379" marB="39379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200">
                          <a:effectLst/>
                        </a:rPr>
                        <a:t>X1B</a:t>
                      </a:r>
                      <a:endParaRPr lang="en-US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9068" marR="59068" marT="39379" marB="39379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200">
                          <a:effectLst/>
                        </a:rPr>
                        <a:t>pb7</a:t>
                      </a:r>
                      <a:endParaRPr lang="en-US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9068" marR="59068" marT="39379" marB="39379" anchor="ctr"/>
                </a:tc>
                <a:extLst>
                  <a:ext uri="{0D108BD9-81ED-4DB2-BD59-A6C34878D82A}">
                    <a16:rowId xmlns:a16="http://schemas.microsoft.com/office/drawing/2014/main" val="3619161171"/>
                  </a:ext>
                </a:extLst>
              </a:tr>
              <a:tr h="255961">
                <a:tc>
                  <a:txBody>
                    <a:bodyPr/>
                    <a:lstStyle/>
                    <a:p>
                      <a:pPr rtl="0"/>
                      <a:r>
                        <a:rPr lang="en-US" sz="1200">
                          <a:effectLst/>
                        </a:rPr>
                        <a:t>X0C</a:t>
                      </a:r>
                      <a:endParaRPr lang="en-US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9068" marR="59068" marT="39379" marB="39379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1200">
                          <a:effectLst/>
                        </a:rPr>
                        <a:t>흡착물건여부</a:t>
                      </a:r>
                      <a:endParaRPr lang="ko-KR" altLang="en-US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9068" marR="59068" marT="39379" marB="39379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200">
                          <a:effectLst/>
                        </a:rPr>
                        <a:t>X1C</a:t>
                      </a:r>
                      <a:endParaRPr lang="en-US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9068" marR="59068" marT="39379" marB="39379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200">
                          <a:effectLst/>
                        </a:rPr>
                        <a:t>toggle</a:t>
                      </a:r>
                      <a:endParaRPr lang="en-US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9068" marR="59068" marT="39379" marB="39379" anchor="ctr"/>
                </a:tc>
                <a:extLst>
                  <a:ext uri="{0D108BD9-81ED-4DB2-BD59-A6C34878D82A}">
                    <a16:rowId xmlns:a16="http://schemas.microsoft.com/office/drawing/2014/main" val="3786848416"/>
                  </a:ext>
                </a:extLst>
              </a:tr>
              <a:tr h="255961">
                <a:tc>
                  <a:txBody>
                    <a:bodyPr/>
                    <a:lstStyle/>
                    <a:p>
                      <a:pPr rtl="0"/>
                      <a:r>
                        <a:rPr lang="en-US" sz="1200">
                          <a:effectLst/>
                        </a:rPr>
                        <a:t>X0D</a:t>
                      </a:r>
                      <a:endParaRPr lang="en-US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9068" marR="59068" marT="39379" marB="39379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1200">
                          <a:effectLst/>
                        </a:rPr>
                        <a:t>창고후진</a:t>
                      </a:r>
                      <a:endParaRPr lang="ko-KR" altLang="en-US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9068" marR="59068" marT="39379" marB="39379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200">
                          <a:effectLst/>
                        </a:rPr>
                        <a:t>X70</a:t>
                      </a:r>
                      <a:endParaRPr lang="en-US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9068" marR="59068" marT="39379" marB="39379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200">
                          <a:effectLst/>
                        </a:rPr>
                        <a:t>QD77Rdy</a:t>
                      </a:r>
                      <a:endParaRPr lang="en-US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9068" marR="59068" marT="39379" marB="39379" anchor="ctr"/>
                </a:tc>
                <a:extLst>
                  <a:ext uri="{0D108BD9-81ED-4DB2-BD59-A6C34878D82A}">
                    <a16:rowId xmlns:a16="http://schemas.microsoft.com/office/drawing/2014/main" val="1745458011"/>
                  </a:ext>
                </a:extLst>
              </a:tr>
              <a:tr h="255961">
                <a:tc>
                  <a:txBody>
                    <a:bodyPr/>
                    <a:lstStyle/>
                    <a:p>
                      <a:pPr rtl="0"/>
                      <a:r>
                        <a:rPr lang="en-US" sz="1200">
                          <a:effectLst/>
                        </a:rPr>
                        <a:t>X0E</a:t>
                      </a:r>
                      <a:endParaRPr lang="en-US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9068" marR="59068" marT="39379" marB="39379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1200">
                          <a:effectLst/>
                        </a:rPr>
                        <a:t>창고전진</a:t>
                      </a:r>
                      <a:endParaRPr lang="ko-KR" altLang="en-US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9068" marR="59068" marT="39379" marB="39379" anchor="ctr"/>
                </a:tc>
                <a:tc>
                  <a:txBody>
                    <a:bodyPr/>
                    <a:lstStyle/>
                    <a:p>
                      <a:pPr rtl="0"/>
                      <a:endParaRPr lang="ko-KR" altLang="en-US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9068" marR="59068" marT="39379" marB="39379" anchor="ctr"/>
                </a:tc>
                <a:tc>
                  <a:txBody>
                    <a:bodyPr/>
                    <a:lstStyle/>
                    <a:p>
                      <a:pPr rtl="0"/>
                      <a:endParaRPr lang="ko-KR" altLang="en-US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9068" marR="59068" marT="39379" marB="39379" anchor="ctr"/>
                </a:tc>
                <a:extLst>
                  <a:ext uri="{0D108BD9-81ED-4DB2-BD59-A6C34878D82A}">
                    <a16:rowId xmlns:a16="http://schemas.microsoft.com/office/drawing/2014/main" val="2364532566"/>
                  </a:ext>
                </a:extLst>
              </a:tr>
              <a:tr h="255961">
                <a:tc>
                  <a:txBody>
                    <a:bodyPr/>
                    <a:lstStyle/>
                    <a:p>
                      <a:pPr rtl="0"/>
                      <a:r>
                        <a:rPr lang="en-US" sz="1200">
                          <a:effectLst/>
                        </a:rPr>
                        <a:t>X0F</a:t>
                      </a:r>
                      <a:endParaRPr lang="en-US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9068" marR="59068" marT="39379" marB="39379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1200">
                          <a:effectLst/>
                        </a:rPr>
                        <a:t>소재센서</a:t>
                      </a:r>
                      <a:r>
                        <a:rPr lang="en-US" altLang="ko-KR" sz="1200">
                          <a:effectLst/>
                        </a:rPr>
                        <a:t>1</a:t>
                      </a:r>
                      <a:endParaRPr lang="en-US" altLang="ko-KR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9068" marR="59068" marT="39379" marB="39379" anchor="ctr"/>
                </a:tc>
                <a:tc>
                  <a:txBody>
                    <a:bodyPr/>
                    <a:lstStyle/>
                    <a:p>
                      <a:pPr rtl="0"/>
                      <a:endParaRPr lang="ko-KR" altLang="en-US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9068" marR="59068" marT="39379" marB="39379" anchor="ctr"/>
                </a:tc>
                <a:tc>
                  <a:txBody>
                    <a:bodyPr/>
                    <a:lstStyle/>
                    <a:p>
                      <a:pPr rtl="0"/>
                      <a:endParaRPr lang="ko-KR" altLang="en-US" sz="12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9068" marR="59068" marT="39379" marB="39379" anchor="ctr"/>
                </a:tc>
                <a:extLst>
                  <a:ext uri="{0D108BD9-81ED-4DB2-BD59-A6C34878D82A}">
                    <a16:rowId xmlns:a16="http://schemas.microsoft.com/office/drawing/2014/main" val="3236861067"/>
                  </a:ext>
                </a:extLst>
              </a:tr>
            </a:tbl>
          </a:graphicData>
        </a:graphic>
      </p:graphicFrame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5280EF67-F60C-4D43-8E8C-150F27C90F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977798"/>
              </p:ext>
            </p:extLst>
          </p:nvPr>
        </p:nvGraphicFramePr>
        <p:xfrm>
          <a:off x="5409812" y="836077"/>
          <a:ext cx="3590752" cy="4528825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686188">
                  <a:extLst>
                    <a:ext uri="{9D8B030D-6E8A-4147-A177-3AD203B41FA5}">
                      <a16:colId xmlns:a16="http://schemas.microsoft.com/office/drawing/2014/main" val="3394420203"/>
                    </a:ext>
                  </a:extLst>
                </a:gridCol>
                <a:gridCol w="1174377">
                  <a:extLst>
                    <a:ext uri="{9D8B030D-6E8A-4147-A177-3AD203B41FA5}">
                      <a16:colId xmlns:a16="http://schemas.microsoft.com/office/drawing/2014/main" val="4043013389"/>
                    </a:ext>
                  </a:extLst>
                </a:gridCol>
                <a:gridCol w="717176">
                  <a:extLst>
                    <a:ext uri="{9D8B030D-6E8A-4147-A177-3AD203B41FA5}">
                      <a16:colId xmlns:a16="http://schemas.microsoft.com/office/drawing/2014/main" val="3447442335"/>
                    </a:ext>
                  </a:extLst>
                </a:gridCol>
                <a:gridCol w="1013011">
                  <a:extLst>
                    <a:ext uri="{9D8B030D-6E8A-4147-A177-3AD203B41FA5}">
                      <a16:colId xmlns:a16="http://schemas.microsoft.com/office/drawing/2014/main" val="3768512281"/>
                    </a:ext>
                  </a:extLst>
                </a:gridCol>
              </a:tblGrid>
              <a:tr h="271959">
                <a:tc>
                  <a:txBody>
                    <a:bodyPr/>
                    <a:lstStyle/>
                    <a:p>
                      <a:pPr rtl="0"/>
                      <a:r>
                        <a:rPr lang="en-US" sz="1200">
                          <a:effectLst/>
                        </a:rPr>
                        <a:t>Device Name</a:t>
                      </a:r>
                      <a:endParaRPr lang="en-US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2760" marR="62760" marT="41840" marB="4184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200">
                          <a:effectLst/>
                        </a:rPr>
                        <a:t>Comment</a:t>
                      </a:r>
                      <a:endParaRPr lang="en-US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2760" marR="62760" marT="41840" marB="4184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200">
                          <a:effectLst/>
                        </a:rPr>
                        <a:t>Device Name</a:t>
                      </a:r>
                      <a:endParaRPr lang="en-US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2760" marR="62760" marT="41840" marB="4184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200">
                          <a:effectLst/>
                        </a:rPr>
                        <a:t>Comment</a:t>
                      </a:r>
                      <a:endParaRPr lang="en-US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2760" marR="62760" marT="41840" marB="41840" anchor="ctr"/>
                </a:tc>
                <a:extLst>
                  <a:ext uri="{0D108BD9-81ED-4DB2-BD59-A6C34878D82A}">
                    <a16:rowId xmlns:a16="http://schemas.microsoft.com/office/drawing/2014/main" val="261791793"/>
                  </a:ext>
                </a:extLst>
              </a:tr>
              <a:tr h="271959">
                <a:tc>
                  <a:txBody>
                    <a:bodyPr/>
                    <a:lstStyle/>
                    <a:p>
                      <a:pPr rtl="0"/>
                      <a:r>
                        <a:rPr lang="en-US" sz="1200">
                          <a:effectLst/>
                        </a:rPr>
                        <a:t>Y20</a:t>
                      </a:r>
                      <a:endParaRPr lang="en-US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2760" marR="62760" marT="41840" marB="4184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1200">
                          <a:effectLst/>
                        </a:rPr>
                        <a:t>공급전진</a:t>
                      </a:r>
                      <a:endParaRPr lang="ko-KR" altLang="en-US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2760" marR="62760" marT="41840" marB="4184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200">
                          <a:effectLst/>
                        </a:rPr>
                        <a:t>Y30</a:t>
                      </a:r>
                      <a:endParaRPr lang="en-US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2760" marR="62760" marT="41840" marB="4184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200">
                          <a:effectLst/>
                        </a:rPr>
                        <a:t>L1</a:t>
                      </a:r>
                      <a:endParaRPr lang="en-US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2760" marR="62760" marT="41840" marB="41840" anchor="ctr"/>
                </a:tc>
                <a:extLst>
                  <a:ext uri="{0D108BD9-81ED-4DB2-BD59-A6C34878D82A}">
                    <a16:rowId xmlns:a16="http://schemas.microsoft.com/office/drawing/2014/main" val="2883744742"/>
                  </a:ext>
                </a:extLst>
              </a:tr>
              <a:tr h="271959">
                <a:tc>
                  <a:txBody>
                    <a:bodyPr/>
                    <a:lstStyle/>
                    <a:p>
                      <a:pPr rtl="0"/>
                      <a:r>
                        <a:rPr lang="en-US" sz="1200">
                          <a:effectLst/>
                        </a:rPr>
                        <a:t>Y21</a:t>
                      </a:r>
                      <a:endParaRPr lang="en-US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2760" marR="62760" marT="41840" marB="4184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1200">
                          <a:effectLst/>
                        </a:rPr>
                        <a:t>공급후진</a:t>
                      </a:r>
                      <a:endParaRPr lang="ko-KR" altLang="en-US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2760" marR="62760" marT="41840" marB="4184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200">
                          <a:effectLst/>
                        </a:rPr>
                        <a:t>Y31</a:t>
                      </a:r>
                      <a:endParaRPr lang="en-US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2760" marR="62760" marT="41840" marB="4184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200">
                          <a:effectLst/>
                        </a:rPr>
                        <a:t>L2</a:t>
                      </a:r>
                      <a:endParaRPr lang="en-US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2760" marR="62760" marT="41840" marB="41840" anchor="ctr"/>
                </a:tc>
                <a:extLst>
                  <a:ext uri="{0D108BD9-81ED-4DB2-BD59-A6C34878D82A}">
                    <a16:rowId xmlns:a16="http://schemas.microsoft.com/office/drawing/2014/main" val="3397969350"/>
                  </a:ext>
                </a:extLst>
              </a:tr>
              <a:tr h="271959">
                <a:tc>
                  <a:txBody>
                    <a:bodyPr/>
                    <a:lstStyle/>
                    <a:p>
                      <a:pPr rtl="0"/>
                      <a:r>
                        <a:rPr lang="en-US" sz="1200">
                          <a:effectLst/>
                        </a:rPr>
                        <a:t>Y22</a:t>
                      </a:r>
                      <a:endParaRPr lang="en-US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2760" marR="62760" marT="41840" marB="4184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1200">
                          <a:effectLst/>
                        </a:rPr>
                        <a:t>분배전진</a:t>
                      </a:r>
                      <a:endParaRPr lang="ko-KR" altLang="en-US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2760" marR="62760" marT="41840" marB="4184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200">
                          <a:effectLst/>
                        </a:rPr>
                        <a:t>Y32</a:t>
                      </a:r>
                      <a:endParaRPr lang="en-US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2760" marR="62760" marT="41840" marB="4184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200">
                          <a:effectLst/>
                        </a:rPr>
                        <a:t>L3</a:t>
                      </a:r>
                      <a:endParaRPr lang="en-US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2760" marR="62760" marT="41840" marB="41840" anchor="ctr"/>
                </a:tc>
                <a:extLst>
                  <a:ext uri="{0D108BD9-81ED-4DB2-BD59-A6C34878D82A}">
                    <a16:rowId xmlns:a16="http://schemas.microsoft.com/office/drawing/2014/main" val="4208753963"/>
                  </a:ext>
                </a:extLst>
              </a:tr>
              <a:tr h="271959">
                <a:tc>
                  <a:txBody>
                    <a:bodyPr/>
                    <a:lstStyle/>
                    <a:p>
                      <a:pPr rtl="0"/>
                      <a:r>
                        <a:rPr lang="en-US" sz="1200">
                          <a:effectLst/>
                        </a:rPr>
                        <a:t>Y23</a:t>
                      </a:r>
                      <a:endParaRPr lang="en-US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2760" marR="62760" marT="41840" marB="4184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1200">
                          <a:effectLst/>
                        </a:rPr>
                        <a:t>분배후진</a:t>
                      </a:r>
                      <a:endParaRPr lang="ko-KR" altLang="en-US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2760" marR="62760" marT="41840" marB="4184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200">
                          <a:effectLst/>
                        </a:rPr>
                        <a:t>Y33</a:t>
                      </a:r>
                      <a:endParaRPr lang="en-US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2760" marR="62760" marT="41840" marB="4184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200">
                          <a:effectLst/>
                        </a:rPr>
                        <a:t>L4</a:t>
                      </a:r>
                      <a:endParaRPr lang="en-US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2760" marR="62760" marT="41840" marB="41840" anchor="ctr"/>
                </a:tc>
                <a:extLst>
                  <a:ext uri="{0D108BD9-81ED-4DB2-BD59-A6C34878D82A}">
                    <a16:rowId xmlns:a16="http://schemas.microsoft.com/office/drawing/2014/main" val="2079511196"/>
                  </a:ext>
                </a:extLst>
              </a:tr>
              <a:tr h="271959">
                <a:tc>
                  <a:txBody>
                    <a:bodyPr/>
                    <a:lstStyle/>
                    <a:p>
                      <a:pPr rtl="0"/>
                      <a:r>
                        <a:rPr lang="en-US" sz="1200">
                          <a:effectLst/>
                        </a:rPr>
                        <a:t>Y24</a:t>
                      </a:r>
                      <a:endParaRPr lang="en-US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2760" marR="62760" marT="41840" marB="4184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1200">
                          <a:effectLst/>
                        </a:rPr>
                        <a:t>가공전후진</a:t>
                      </a:r>
                      <a:endParaRPr lang="ko-KR" altLang="en-US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2760" marR="62760" marT="41840" marB="4184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200">
                          <a:effectLst/>
                        </a:rPr>
                        <a:t>Y34</a:t>
                      </a:r>
                      <a:endParaRPr lang="en-US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2760" marR="62760" marT="41840" marB="4184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200">
                          <a:effectLst/>
                        </a:rPr>
                        <a:t>L5</a:t>
                      </a:r>
                      <a:endParaRPr lang="en-US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2760" marR="62760" marT="41840" marB="41840" anchor="ctr"/>
                </a:tc>
                <a:extLst>
                  <a:ext uri="{0D108BD9-81ED-4DB2-BD59-A6C34878D82A}">
                    <a16:rowId xmlns:a16="http://schemas.microsoft.com/office/drawing/2014/main" val="3560428512"/>
                  </a:ext>
                </a:extLst>
              </a:tr>
              <a:tr h="271959">
                <a:tc>
                  <a:txBody>
                    <a:bodyPr/>
                    <a:lstStyle/>
                    <a:p>
                      <a:pPr rtl="0"/>
                      <a:r>
                        <a:rPr lang="en-US" sz="1200">
                          <a:effectLst/>
                        </a:rPr>
                        <a:t>Y25</a:t>
                      </a:r>
                      <a:endParaRPr lang="en-US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2760" marR="62760" marT="41840" marB="4184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1200">
                          <a:effectLst/>
                        </a:rPr>
                        <a:t>배출전진</a:t>
                      </a:r>
                      <a:endParaRPr lang="ko-KR" altLang="en-US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2760" marR="62760" marT="41840" marB="4184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200">
                          <a:effectLst/>
                        </a:rPr>
                        <a:t>Y35</a:t>
                      </a:r>
                      <a:endParaRPr lang="en-US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2760" marR="62760" marT="41840" marB="4184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200">
                          <a:effectLst/>
                        </a:rPr>
                        <a:t>L6</a:t>
                      </a:r>
                      <a:endParaRPr lang="en-US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2760" marR="62760" marT="41840" marB="41840" anchor="ctr"/>
                </a:tc>
                <a:extLst>
                  <a:ext uri="{0D108BD9-81ED-4DB2-BD59-A6C34878D82A}">
                    <a16:rowId xmlns:a16="http://schemas.microsoft.com/office/drawing/2014/main" val="2603731920"/>
                  </a:ext>
                </a:extLst>
              </a:tr>
              <a:tr h="271959">
                <a:tc>
                  <a:txBody>
                    <a:bodyPr/>
                    <a:lstStyle/>
                    <a:p>
                      <a:pPr rtl="0"/>
                      <a:r>
                        <a:rPr lang="en-US" sz="1200">
                          <a:effectLst/>
                        </a:rPr>
                        <a:t>Y26</a:t>
                      </a:r>
                      <a:endParaRPr lang="en-US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2760" marR="62760" marT="41840" marB="4184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1200">
                          <a:effectLst/>
                        </a:rPr>
                        <a:t>배출후진</a:t>
                      </a:r>
                      <a:endParaRPr lang="ko-KR" altLang="en-US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2760" marR="62760" marT="41840" marB="4184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200">
                          <a:effectLst/>
                        </a:rPr>
                        <a:t>Y36</a:t>
                      </a:r>
                      <a:endParaRPr lang="en-US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2760" marR="62760" marT="41840" marB="4184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200">
                          <a:effectLst/>
                        </a:rPr>
                        <a:t>L7</a:t>
                      </a:r>
                      <a:endParaRPr lang="en-US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2760" marR="62760" marT="41840" marB="41840" anchor="ctr"/>
                </a:tc>
                <a:extLst>
                  <a:ext uri="{0D108BD9-81ED-4DB2-BD59-A6C34878D82A}">
                    <a16:rowId xmlns:a16="http://schemas.microsoft.com/office/drawing/2014/main" val="2700717462"/>
                  </a:ext>
                </a:extLst>
              </a:tr>
              <a:tr h="271959">
                <a:tc>
                  <a:txBody>
                    <a:bodyPr/>
                    <a:lstStyle/>
                    <a:p>
                      <a:pPr rtl="0"/>
                      <a:r>
                        <a:rPr lang="en-US" sz="1200">
                          <a:effectLst/>
                        </a:rPr>
                        <a:t>Y27</a:t>
                      </a:r>
                      <a:endParaRPr lang="en-US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2760" marR="62760" marT="41840" marB="4184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1200">
                          <a:effectLst/>
                        </a:rPr>
                        <a:t>스토퍼전후진</a:t>
                      </a:r>
                      <a:endParaRPr lang="ko-KR" altLang="en-US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2760" marR="62760" marT="41840" marB="4184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200">
                          <a:effectLst/>
                        </a:rPr>
                        <a:t>Y37</a:t>
                      </a:r>
                      <a:endParaRPr lang="en-US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2760" marR="62760" marT="41840" marB="4184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1200">
                          <a:effectLst/>
                        </a:rPr>
                        <a:t>부저</a:t>
                      </a:r>
                      <a:endParaRPr lang="ko-KR" altLang="en-US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2760" marR="62760" marT="41840" marB="41840" anchor="ctr"/>
                </a:tc>
                <a:extLst>
                  <a:ext uri="{0D108BD9-81ED-4DB2-BD59-A6C34878D82A}">
                    <a16:rowId xmlns:a16="http://schemas.microsoft.com/office/drawing/2014/main" val="876761966"/>
                  </a:ext>
                </a:extLst>
              </a:tr>
              <a:tr h="271959">
                <a:tc>
                  <a:txBody>
                    <a:bodyPr/>
                    <a:lstStyle/>
                    <a:p>
                      <a:pPr rtl="0"/>
                      <a:r>
                        <a:rPr lang="en-US" sz="1200">
                          <a:effectLst/>
                        </a:rPr>
                        <a:t>Y28</a:t>
                      </a:r>
                      <a:endParaRPr lang="en-US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2760" marR="62760" marT="41840" marB="4184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1200">
                          <a:effectLst/>
                        </a:rPr>
                        <a:t>흡착전진</a:t>
                      </a:r>
                      <a:endParaRPr lang="ko-KR" altLang="en-US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2760" marR="62760" marT="41840" marB="4184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200">
                          <a:effectLst/>
                        </a:rPr>
                        <a:t>Y70</a:t>
                      </a:r>
                      <a:endParaRPr lang="en-US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2760" marR="62760" marT="41840" marB="4184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200">
                          <a:effectLst/>
                        </a:rPr>
                        <a:t>PLCReady</a:t>
                      </a:r>
                      <a:endParaRPr lang="en-US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2760" marR="62760" marT="41840" marB="41840" anchor="ctr"/>
                </a:tc>
                <a:extLst>
                  <a:ext uri="{0D108BD9-81ED-4DB2-BD59-A6C34878D82A}">
                    <a16:rowId xmlns:a16="http://schemas.microsoft.com/office/drawing/2014/main" val="3902694586"/>
                  </a:ext>
                </a:extLst>
              </a:tr>
              <a:tr h="271959">
                <a:tc>
                  <a:txBody>
                    <a:bodyPr/>
                    <a:lstStyle/>
                    <a:p>
                      <a:pPr rtl="0"/>
                      <a:r>
                        <a:rPr lang="en-US" sz="1200">
                          <a:effectLst/>
                        </a:rPr>
                        <a:t>Y29</a:t>
                      </a:r>
                      <a:endParaRPr lang="en-US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2760" marR="62760" marT="41840" marB="4184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1200">
                          <a:effectLst/>
                        </a:rPr>
                        <a:t>흡착후진</a:t>
                      </a:r>
                      <a:endParaRPr lang="ko-KR" altLang="en-US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2760" marR="62760" marT="41840" marB="4184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200">
                          <a:effectLst/>
                        </a:rPr>
                        <a:t>Y71</a:t>
                      </a:r>
                      <a:endParaRPr lang="en-US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2760" marR="62760" marT="41840" marB="4184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1200">
                          <a:effectLst/>
                        </a:rPr>
                        <a:t>서보</a:t>
                      </a:r>
                      <a:r>
                        <a:rPr lang="en-US" sz="1200">
                          <a:effectLst/>
                        </a:rPr>
                        <a:t>ON</a:t>
                      </a:r>
                      <a:endParaRPr lang="en-US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2760" marR="62760" marT="41840" marB="41840" anchor="ctr"/>
                </a:tc>
                <a:extLst>
                  <a:ext uri="{0D108BD9-81ED-4DB2-BD59-A6C34878D82A}">
                    <a16:rowId xmlns:a16="http://schemas.microsoft.com/office/drawing/2014/main" val="3661052368"/>
                  </a:ext>
                </a:extLst>
              </a:tr>
              <a:tr h="271959">
                <a:tc>
                  <a:txBody>
                    <a:bodyPr/>
                    <a:lstStyle/>
                    <a:p>
                      <a:pPr rtl="0"/>
                      <a:r>
                        <a:rPr lang="en-US" sz="1200">
                          <a:effectLst/>
                        </a:rPr>
                        <a:t>Y2A</a:t>
                      </a:r>
                      <a:endParaRPr lang="en-US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2760" marR="62760" marT="41840" marB="4184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1200">
                          <a:effectLst/>
                        </a:rPr>
                        <a:t>흡착</a:t>
                      </a:r>
                      <a:r>
                        <a:rPr lang="en-US" sz="1200">
                          <a:effectLst/>
                        </a:rPr>
                        <a:t>onoff</a:t>
                      </a:r>
                      <a:endParaRPr lang="en-US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2760" marR="62760" marT="41840" marB="4184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200">
                          <a:effectLst/>
                        </a:rPr>
                        <a:t>Y78</a:t>
                      </a:r>
                      <a:endParaRPr lang="en-US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2760" marR="62760" marT="41840" marB="4184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1200">
                          <a:effectLst/>
                        </a:rPr>
                        <a:t>정회전</a:t>
                      </a:r>
                      <a:r>
                        <a:rPr lang="en-US" altLang="ko-KR" sz="1200">
                          <a:effectLst/>
                        </a:rPr>
                        <a:t>+</a:t>
                      </a:r>
                      <a:endParaRPr lang="en-US" altLang="ko-KR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2760" marR="62760" marT="41840" marB="41840" anchor="ctr"/>
                </a:tc>
                <a:extLst>
                  <a:ext uri="{0D108BD9-81ED-4DB2-BD59-A6C34878D82A}">
                    <a16:rowId xmlns:a16="http://schemas.microsoft.com/office/drawing/2014/main" val="3656799719"/>
                  </a:ext>
                </a:extLst>
              </a:tr>
              <a:tr h="271959">
                <a:tc>
                  <a:txBody>
                    <a:bodyPr/>
                    <a:lstStyle/>
                    <a:p>
                      <a:pPr rtl="0"/>
                      <a:r>
                        <a:rPr lang="en-US" sz="1200">
                          <a:effectLst/>
                        </a:rPr>
                        <a:t>Y2B</a:t>
                      </a:r>
                      <a:endParaRPr lang="en-US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2760" marR="62760" marT="41840" marB="4184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1200">
                          <a:effectLst/>
                        </a:rPr>
                        <a:t>창고전진</a:t>
                      </a:r>
                      <a:endParaRPr lang="ko-KR" altLang="en-US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2760" marR="62760" marT="41840" marB="4184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200">
                          <a:effectLst/>
                        </a:rPr>
                        <a:t>Y79</a:t>
                      </a:r>
                      <a:endParaRPr lang="en-US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2760" marR="62760" marT="41840" marB="4184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1200">
                          <a:effectLst/>
                        </a:rPr>
                        <a:t>역회전</a:t>
                      </a:r>
                      <a:r>
                        <a:rPr lang="en-US" altLang="ko-KR" sz="1200">
                          <a:effectLst/>
                        </a:rPr>
                        <a:t>-</a:t>
                      </a:r>
                      <a:endParaRPr lang="en-US" altLang="ko-KR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2760" marR="62760" marT="41840" marB="41840" anchor="ctr"/>
                </a:tc>
                <a:extLst>
                  <a:ext uri="{0D108BD9-81ED-4DB2-BD59-A6C34878D82A}">
                    <a16:rowId xmlns:a16="http://schemas.microsoft.com/office/drawing/2014/main" val="579689511"/>
                  </a:ext>
                </a:extLst>
              </a:tr>
              <a:tr h="271959">
                <a:tc>
                  <a:txBody>
                    <a:bodyPr/>
                    <a:lstStyle/>
                    <a:p>
                      <a:pPr rtl="0"/>
                      <a:r>
                        <a:rPr lang="en-US" sz="1200">
                          <a:effectLst/>
                        </a:rPr>
                        <a:t>Y2C</a:t>
                      </a:r>
                      <a:endParaRPr lang="en-US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2760" marR="62760" marT="41840" marB="4184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1200">
                          <a:effectLst/>
                        </a:rPr>
                        <a:t>창고후진</a:t>
                      </a:r>
                      <a:endParaRPr lang="ko-KR" altLang="en-US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2760" marR="62760" marT="41840" marB="4184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200">
                          <a:effectLst/>
                        </a:rPr>
                        <a:t>Y80</a:t>
                      </a:r>
                      <a:endParaRPr lang="en-US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2760" marR="62760" marT="41840" marB="4184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1200">
                          <a:effectLst/>
                        </a:rPr>
                        <a:t>위결서보</a:t>
                      </a:r>
                      <a:endParaRPr lang="ko-KR" altLang="en-US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2760" marR="62760" marT="41840" marB="41840" anchor="ctr"/>
                </a:tc>
                <a:extLst>
                  <a:ext uri="{0D108BD9-81ED-4DB2-BD59-A6C34878D82A}">
                    <a16:rowId xmlns:a16="http://schemas.microsoft.com/office/drawing/2014/main" val="2583961952"/>
                  </a:ext>
                </a:extLst>
              </a:tr>
              <a:tr h="271959">
                <a:tc>
                  <a:txBody>
                    <a:bodyPr/>
                    <a:lstStyle/>
                    <a:p>
                      <a:pPr rtl="0"/>
                      <a:r>
                        <a:rPr lang="en-US" sz="1200">
                          <a:effectLst/>
                        </a:rPr>
                        <a:t>Y2D</a:t>
                      </a:r>
                      <a:endParaRPr lang="en-US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2760" marR="62760" marT="41840" marB="4184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1200">
                          <a:effectLst/>
                        </a:rPr>
                        <a:t>드릴</a:t>
                      </a:r>
                      <a:r>
                        <a:rPr lang="en-US" sz="1200">
                          <a:effectLst/>
                        </a:rPr>
                        <a:t>onoff</a:t>
                      </a:r>
                      <a:endParaRPr lang="en-US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2760" marR="62760" marT="41840" marB="41840" anchor="ctr"/>
                </a:tc>
                <a:tc>
                  <a:txBody>
                    <a:bodyPr/>
                    <a:lstStyle/>
                    <a:p>
                      <a:pPr rtl="0"/>
                      <a:endParaRPr lang="ko-KR" altLang="en-US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2760" marR="62760" marT="41840" marB="41840" anchor="ctr"/>
                </a:tc>
                <a:tc>
                  <a:txBody>
                    <a:bodyPr/>
                    <a:lstStyle/>
                    <a:p>
                      <a:pPr rtl="0"/>
                      <a:endParaRPr lang="ko-KR" altLang="en-US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2760" marR="62760" marT="41840" marB="41840" anchor="ctr"/>
                </a:tc>
                <a:extLst>
                  <a:ext uri="{0D108BD9-81ED-4DB2-BD59-A6C34878D82A}">
                    <a16:rowId xmlns:a16="http://schemas.microsoft.com/office/drawing/2014/main" val="1310764604"/>
                  </a:ext>
                </a:extLst>
              </a:tr>
              <a:tr h="271959">
                <a:tc>
                  <a:txBody>
                    <a:bodyPr/>
                    <a:lstStyle/>
                    <a:p>
                      <a:pPr rtl="0"/>
                      <a:r>
                        <a:rPr lang="en-US" sz="1200">
                          <a:effectLst/>
                        </a:rPr>
                        <a:t>Y2E</a:t>
                      </a:r>
                      <a:endParaRPr lang="en-US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2760" marR="62760" marT="41840" marB="4184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1200">
                          <a:effectLst/>
                        </a:rPr>
                        <a:t>컨베</a:t>
                      </a:r>
                      <a:r>
                        <a:rPr lang="en-US" sz="1200">
                          <a:effectLst/>
                        </a:rPr>
                        <a:t>onoff</a:t>
                      </a:r>
                      <a:endParaRPr lang="en-US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2760" marR="62760" marT="41840" marB="41840" anchor="ctr"/>
                </a:tc>
                <a:tc>
                  <a:txBody>
                    <a:bodyPr/>
                    <a:lstStyle/>
                    <a:p>
                      <a:pPr rtl="0"/>
                      <a:endParaRPr lang="ko-KR" altLang="en-US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2760" marR="62760" marT="41840" marB="41840" anchor="ctr"/>
                </a:tc>
                <a:tc>
                  <a:txBody>
                    <a:bodyPr/>
                    <a:lstStyle/>
                    <a:p>
                      <a:pPr rtl="0"/>
                      <a:endParaRPr lang="ko-KR" altLang="en-US" sz="12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2760" marR="62760" marT="41840" marB="41840" anchor="ctr"/>
                </a:tc>
                <a:extLst>
                  <a:ext uri="{0D108BD9-81ED-4DB2-BD59-A6C34878D82A}">
                    <a16:rowId xmlns:a16="http://schemas.microsoft.com/office/drawing/2014/main" val="8749341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633280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B45E0D6A-EAD6-4D7E-8E57-D5A627EAB8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7583873"/>
              </p:ext>
            </p:extLst>
          </p:nvPr>
        </p:nvGraphicFramePr>
        <p:xfrm>
          <a:off x="0" y="0"/>
          <a:ext cx="12191999" cy="4616823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222457">
                  <a:extLst>
                    <a:ext uri="{9D8B030D-6E8A-4147-A177-3AD203B41FA5}">
                      <a16:colId xmlns:a16="http://schemas.microsoft.com/office/drawing/2014/main" val="252483314"/>
                    </a:ext>
                  </a:extLst>
                </a:gridCol>
                <a:gridCol w="522291">
                  <a:extLst>
                    <a:ext uri="{9D8B030D-6E8A-4147-A177-3AD203B41FA5}">
                      <a16:colId xmlns:a16="http://schemas.microsoft.com/office/drawing/2014/main" val="2273887584"/>
                    </a:ext>
                  </a:extLst>
                </a:gridCol>
                <a:gridCol w="444913">
                  <a:extLst>
                    <a:ext uri="{9D8B030D-6E8A-4147-A177-3AD203B41FA5}">
                      <a16:colId xmlns:a16="http://schemas.microsoft.com/office/drawing/2014/main" val="516759569"/>
                    </a:ext>
                  </a:extLst>
                </a:gridCol>
                <a:gridCol w="619010">
                  <a:extLst>
                    <a:ext uri="{9D8B030D-6E8A-4147-A177-3AD203B41FA5}">
                      <a16:colId xmlns:a16="http://schemas.microsoft.com/office/drawing/2014/main" val="1621265427"/>
                    </a:ext>
                  </a:extLst>
                </a:gridCol>
                <a:gridCol w="367538">
                  <a:extLst>
                    <a:ext uri="{9D8B030D-6E8A-4147-A177-3AD203B41FA5}">
                      <a16:colId xmlns:a16="http://schemas.microsoft.com/office/drawing/2014/main" val="1962745363"/>
                    </a:ext>
                  </a:extLst>
                </a:gridCol>
                <a:gridCol w="619010">
                  <a:extLst>
                    <a:ext uri="{9D8B030D-6E8A-4147-A177-3AD203B41FA5}">
                      <a16:colId xmlns:a16="http://schemas.microsoft.com/office/drawing/2014/main" val="2504520215"/>
                    </a:ext>
                  </a:extLst>
                </a:gridCol>
                <a:gridCol w="367538">
                  <a:extLst>
                    <a:ext uri="{9D8B030D-6E8A-4147-A177-3AD203B41FA5}">
                      <a16:colId xmlns:a16="http://schemas.microsoft.com/office/drawing/2014/main" val="3482685916"/>
                    </a:ext>
                  </a:extLst>
                </a:gridCol>
                <a:gridCol w="841467">
                  <a:extLst>
                    <a:ext uri="{9D8B030D-6E8A-4147-A177-3AD203B41FA5}">
                      <a16:colId xmlns:a16="http://schemas.microsoft.com/office/drawing/2014/main" val="110474502"/>
                    </a:ext>
                  </a:extLst>
                </a:gridCol>
                <a:gridCol w="338521">
                  <a:extLst>
                    <a:ext uri="{9D8B030D-6E8A-4147-A177-3AD203B41FA5}">
                      <a16:colId xmlns:a16="http://schemas.microsoft.com/office/drawing/2014/main" val="2964782879"/>
                    </a:ext>
                  </a:extLst>
                </a:gridCol>
                <a:gridCol w="580322">
                  <a:extLst>
                    <a:ext uri="{9D8B030D-6E8A-4147-A177-3AD203B41FA5}">
                      <a16:colId xmlns:a16="http://schemas.microsoft.com/office/drawing/2014/main" val="2260589353"/>
                    </a:ext>
                  </a:extLst>
                </a:gridCol>
                <a:gridCol w="348194">
                  <a:extLst>
                    <a:ext uri="{9D8B030D-6E8A-4147-A177-3AD203B41FA5}">
                      <a16:colId xmlns:a16="http://schemas.microsoft.com/office/drawing/2014/main" val="4273495542"/>
                    </a:ext>
                  </a:extLst>
                </a:gridCol>
                <a:gridCol w="831796">
                  <a:extLst>
                    <a:ext uri="{9D8B030D-6E8A-4147-A177-3AD203B41FA5}">
                      <a16:colId xmlns:a16="http://schemas.microsoft.com/office/drawing/2014/main" val="1001940339"/>
                    </a:ext>
                  </a:extLst>
                </a:gridCol>
                <a:gridCol w="367537">
                  <a:extLst>
                    <a:ext uri="{9D8B030D-6E8A-4147-A177-3AD203B41FA5}">
                      <a16:colId xmlns:a16="http://schemas.microsoft.com/office/drawing/2014/main" val="792275443"/>
                    </a:ext>
                  </a:extLst>
                </a:gridCol>
                <a:gridCol w="648027">
                  <a:extLst>
                    <a:ext uri="{9D8B030D-6E8A-4147-A177-3AD203B41FA5}">
                      <a16:colId xmlns:a16="http://schemas.microsoft.com/office/drawing/2014/main" val="3062624404"/>
                    </a:ext>
                  </a:extLst>
                </a:gridCol>
                <a:gridCol w="348193">
                  <a:extLst>
                    <a:ext uri="{9D8B030D-6E8A-4147-A177-3AD203B41FA5}">
                      <a16:colId xmlns:a16="http://schemas.microsoft.com/office/drawing/2014/main" val="1628172642"/>
                    </a:ext>
                  </a:extLst>
                </a:gridCol>
                <a:gridCol w="609339">
                  <a:extLst>
                    <a:ext uri="{9D8B030D-6E8A-4147-A177-3AD203B41FA5}">
                      <a16:colId xmlns:a16="http://schemas.microsoft.com/office/drawing/2014/main" val="504471629"/>
                    </a:ext>
                  </a:extLst>
                </a:gridCol>
                <a:gridCol w="396554">
                  <a:extLst>
                    <a:ext uri="{9D8B030D-6E8A-4147-A177-3AD203B41FA5}">
                      <a16:colId xmlns:a16="http://schemas.microsoft.com/office/drawing/2014/main" val="2788610227"/>
                    </a:ext>
                  </a:extLst>
                </a:gridCol>
                <a:gridCol w="628681">
                  <a:extLst>
                    <a:ext uri="{9D8B030D-6E8A-4147-A177-3AD203B41FA5}">
                      <a16:colId xmlns:a16="http://schemas.microsoft.com/office/drawing/2014/main" val="2310198975"/>
                    </a:ext>
                  </a:extLst>
                </a:gridCol>
                <a:gridCol w="354265">
                  <a:extLst>
                    <a:ext uri="{9D8B030D-6E8A-4147-A177-3AD203B41FA5}">
                      <a16:colId xmlns:a16="http://schemas.microsoft.com/office/drawing/2014/main" val="1632494920"/>
                    </a:ext>
                  </a:extLst>
                </a:gridCol>
                <a:gridCol w="784905">
                  <a:extLst>
                    <a:ext uri="{9D8B030D-6E8A-4147-A177-3AD203B41FA5}">
                      <a16:colId xmlns:a16="http://schemas.microsoft.com/office/drawing/2014/main" val="1173281692"/>
                    </a:ext>
                  </a:extLst>
                </a:gridCol>
                <a:gridCol w="361792">
                  <a:extLst>
                    <a:ext uri="{9D8B030D-6E8A-4147-A177-3AD203B41FA5}">
                      <a16:colId xmlns:a16="http://schemas.microsoft.com/office/drawing/2014/main" val="507254113"/>
                    </a:ext>
                  </a:extLst>
                </a:gridCol>
                <a:gridCol w="515094">
                  <a:extLst>
                    <a:ext uri="{9D8B030D-6E8A-4147-A177-3AD203B41FA5}">
                      <a16:colId xmlns:a16="http://schemas.microsoft.com/office/drawing/2014/main" val="3367598965"/>
                    </a:ext>
                  </a:extLst>
                </a:gridCol>
                <a:gridCol w="331132">
                  <a:extLst>
                    <a:ext uri="{9D8B030D-6E8A-4147-A177-3AD203B41FA5}">
                      <a16:colId xmlns:a16="http://schemas.microsoft.com/office/drawing/2014/main" val="4248980897"/>
                    </a:ext>
                  </a:extLst>
                </a:gridCol>
                <a:gridCol w="743423">
                  <a:extLst>
                    <a:ext uri="{9D8B030D-6E8A-4147-A177-3AD203B41FA5}">
                      <a16:colId xmlns:a16="http://schemas.microsoft.com/office/drawing/2014/main" val="3676145814"/>
                    </a:ext>
                  </a:extLst>
                </a:gridCol>
              </a:tblGrid>
              <a:tr h="27269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500" u="none" strike="noStrike">
                          <a:effectLst/>
                        </a:rPr>
                        <a:t>Device Name</a:t>
                      </a:r>
                      <a:endParaRPr lang="en-US" sz="5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500" u="none" strike="noStrike">
                          <a:effectLst/>
                        </a:rPr>
                        <a:t>Comment</a:t>
                      </a:r>
                      <a:endParaRPr lang="en-US" sz="5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500" u="none" strike="noStrike">
                          <a:effectLst/>
                        </a:rPr>
                        <a:t>Device Name</a:t>
                      </a:r>
                      <a:endParaRPr lang="en-US" sz="5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500" u="none" strike="noStrike">
                          <a:effectLst/>
                        </a:rPr>
                        <a:t>Comment</a:t>
                      </a:r>
                      <a:endParaRPr lang="en-US" sz="5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5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extLst>
                  <a:ext uri="{0D108BD9-81ED-4DB2-BD59-A6C34878D82A}">
                    <a16:rowId xmlns:a16="http://schemas.microsoft.com/office/drawing/2014/main" val="3912729256"/>
                  </a:ext>
                </a:extLst>
              </a:tr>
              <a:tr h="225259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500" u="none" strike="noStrike">
                          <a:effectLst/>
                        </a:rPr>
                        <a:t>M0</a:t>
                      </a:r>
                      <a:endParaRPr lang="en-US" sz="5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500" u="none" strike="noStrike" dirty="0">
                          <a:effectLst/>
                        </a:rPr>
                        <a:t>원점설정완료</a:t>
                      </a:r>
                      <a:endParaRPr lang="ko-KR" altLang="en-US" sz="500" b="0" i="0" u="none" strike="noStrike" dirty="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500" u="none" strike="noStrike">
                          <a:effectLst/>
                        </a:rPr>
                        <a:t>M2012</a:t>
                      </a:r>
                      <a:endParaRPr lang="en-US" sz="5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500" u="none" strike="noStrike">
                          <a:effectLst/>
                        </a:rPr>
                        <a:t>공급</a:t>
                      </a:r>
                      <a:r>
                        <a:rPr lang="en-US" altLang="ko-KR" sz="500" u="none" strike="noStrike">
                          <a:effectLst/>
                        </a:rPr>
                        <a:t>-</a:t>
                      </a:r>
                      <a:endParaRPr lang="en-US" altLang="ko-KR" sz="5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500" u="none" strike="noStrike">
                          <a:effectLst/>
                        </a:rPr>
                        <a:t>M70</a:t>
                      </a:r>
                      <a:endParaRPr lang="en-US" sz="5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500" u="none" strike="noStrike">
                          <a:effectLst/>
                        </a:rPr>
                        <a:t>모터</a:t>
                      </a:r>
                      <a:r>
                        <a:rPr lang="en-US" sz="500" u="none" strike="noStrike">
                          <a:effectLst/>
                        </a:rPr>
                        <a:t>ON</a:t>
                      </a:r>
                      <a:endParaRPr lang="en-US" sz="5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500" u="none" strike="noStrike">
                          <a:effectLst/>
                        </a:rPr>
                        <a:t>M2050</a:t>
                      </a:r>
                      <a:endParaRPr lang="en-US" sz="5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500" u="none" strike="noStrike">
                          <a:effectLst/>
                        </a:rPr>
                        <a:t>연결</a:t>
                      </a:r>
                      <a:endParaRPr lang="ko-KR" altLang="en-US" sz="5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500" u="none" strike="noStrike">
                          <a:effectLst/>
                        </a:rPr>
                        <a:t>M512</a:t>
                      </a:r>
                      <a:endParaRPr lang="en-US" sz="5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500" u="none" strike="noStrike">
                          <a:effectLst/>
                        </a:rPr>
                        <a:t>1,2 </a:t>
                      </a:r>
                      <a:r>
                        <a:rPr lang="ko-KR" altLang="en-US" sz="500" u="none" strike="noStrike">
                          <a:effectLst/>
                        </a:rPr>
                        <a:t>넣기 버튼</a:t>
                      </a:r>
                      <a:endParaRPr lang="ko-KR" altLang="en-US" sz="5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500" u="none" strike="noStrike">
                          <a:effectLst/>
                        </a:rPr>
                        <a:t>M2210</a:t>
                      </a:r>
                      <a:endParaRPr lang="en-US" sz="5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500" u="none" strike="noStrike">
                          <a:effectLst/>
                        </a:rPr>
                        <a:t>후진완서보전딜레이</a:t>
                      </a:r>
                      <a:endParaRPr lang="ko-KR" altLang="en-US" sz="5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500" u="none" strike="noStrike">
                          <a:effectLst/>
                        </a:rPr>
                        <a:t>M632</a:t>
                      </a:r>
                      <a:endParaRPr lang="en-US" sz="5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500" u="none" strike="noStrike">
                          <a:effectLst/>
                        </a:rPr>
                        <a:t>3,2 </a:t>
                      </a:r>
                      <a:r>
                        <a:rPr lang="ko-KR" altLang="en-US" sz="500" u="none" strike="noStrike">
                          <a:effectLst/>
                        </a:rPr>
                        <a:t>램프설정</a:t>
                      </a:r>
                      <a:endParaRPr lang="ko-KR" altLang="en-US" sz="5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500" u="none" strike="noStrike">
                          <a:effectLst/>
                        </a:rPr>
                        <a:t>M3020</a:t>
                      </a:r>
                      <a:endParaRPr lang="en-US" sz="5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500" u="none" strike="noStrike">
                          <a:effectLst/>
                        </a:rPr>
                        <a:t>내려가기딜레이</a:t>
                      </a:r>
                      <a:endParaRPr lang="ko-KR" altLang="en-US" sz="5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500" u="none" strike="noStrike">
                          <a:effectLst/>
                        </a:rPr>
                        <a:t>M951</a:t>
                      </a:r>
                      <a:endParaRPr lang="en-US" sz="5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500" u="none" strike="noStrike">
                          <a:effectLst/>
                        </a:rPr>
                        <a:t>2</a:t>
                      </a:r>
                      <a:r>
                        <a:rPr lang="ko-KR" altLang="en-US" sz="500" u="none" strike="noStrike">
                          <a:effectLst/>
                        </a:rPr>
                        <a:t>차연결</a:t>
                      </a:r>
                      <a:endParaRPr lang="ko-KR" altLang="en-US" sz="5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500" u="none" strike="noStrike">
                          <a:effectLst/>
                        </a:rPr>
                        <a:t>M3051</a:t>
                      </a:r>
                      <a:endParaRPr lang="en-US" sz="5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500" u="none" strike="noStrike">
                          <a:effectLst/>
                        </a:rPr>
                        <a:t>고원복 뺴기</a:t>
                      </a:r>
                      <a:r>
                        <a:rPr lang="en-US" altLang="ko-KR" sz="500" u="none" strike="noStrike">
                          <a:effectLst/>
                        </a:rPr>
                        <a:t>1</a:t>
                      </a:r>
                      <a:endParaRPr lang="en-US" altLang="ko-KR" sz="5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500" u="none" strike="noStrike">
                          <a:effectLst/>
                        </a:rPr>
                        <a:t>M1500</a:t>
                      </a:r>
                      <a:endParaRPr lang="en-US" sz="5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500" u="none" strike="noStrike">
                          <a:effectLst/>
                        </a:rPr>
                        <a:t>누르기 방지</a:t>
                      </a:r>
                      <a:endParaRPr lang="ko-KR" altLang="en-US" sz="5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500" u="none" strike="noStrike">
                          <a:effectLst/>
                        </a:rPr>
                        <a:t>M3301</a:t>
                      </a:r>
                      <a:endParaRPr lang="en-US" sz="5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500" u="none" strike="noStrike">
                          <a:effectLst/>
                        </a:rPr>
                        <a:t>에러</a:t>
                      </a:r>
                      <a:endParaRPr lang="ko-KR" altLang="en-US" sz="5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extLst>
                  <a:ext uri="{0D108BD9-81ED-4DB2-BD59-A6C34878D82A}">
                    <a16:rowId xmlns:a16="http://schemas.microsoft.com/office/drawing/2014/main" val="2401135621"/>
                  </a:ext>
                </a:extLst>
              </a:tr>
              <a:tr h="26434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500" u="none" strike="noStrike">
                          <a:effectLst/>
                        </a:rPr>
                        <a:t>M1</a:t>
                      </a:r>
                      <a:endParaRPr lang="en-US" sz="5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500" u="none" strike="noStrike">
                          <a:effectLst/>
                        </a:rPr>
                        <a:t>고속복귀완료</a:t>
                      </a:r>
                      <a:endParaRPr lang="ko-KR" altLang="en-US" sz="5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500" u="none" strike="noStrike">
                          <a:effectLst/>
                        </a:rPr>
                        <a:t>M2013</a:t>
                      </a:r>
                      <a:endParaRPr lang="en-US" sz="5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500" u="none" strike="noStrike" dirty="0">
                          <a:effectLst/>
                        </a:rPr>
                        <a:t>가공 반복 시작</a:t>
                      </a:r>
                      <a:endParaRPr lang="ko-KR" altLang="en-US" sz="500" b="0" i="0" u="none" strike="noStrike" dirty="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500" u="none" strike="noStrike" dirty="0">
                          <a:effectLst/>
                        </a:rPr>
                        <a:t>M71</a:t>
                      </a:r>
                      <a:endParaRPr lang="en-US" sz="500" b="1" i="0" u="none" strike="noStrike" dirty="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500" u="none" strike="noStrike">
                          <a:effectLst/>
                        </a:rPr>
                        <a:t>가공</a:t>
                      </a:r>
                      <a:r>
                        <a:rPr lang="en-US" altLang="ko-KR" sz="500" u="none" strike="noStrike">
                          <a:effectLst/>
                        </a:rPr>
                        <a:t>+</a:t>
                      </a:r>
                      <a:endParaRPr lang="en-US" altLang="ko-KR" sz="5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500" u="none" strike="noStrike">
                          <a:effectLst/>
                        </a:rPr>
                        <a:t>M2130</a:t>
                      </a:r>
                      <a:endParaRPr lang="en-US" sz="5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500" u="none" strike="noStrike">
                          <a:effectLst/>
                        </a:rPr>
                        <a:t>금속</a:t>
                      </a:r>
                      <a:endParaRPr lang="ko-KR" altLang="en-US" sz="5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500" u="none" strike="noStrike">
                          <a:effectLst/>
                        </a:rPr>
                        <a:t>M513</a:t>
                      </a:r>
                      <a:endParaRPr lang="en-US" sz="5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500" u="none" strike="noStrike">
                          <a:effectLst/>
                        </a:rPr>
                        <a:t>1,1 </a:t>
                      </a:r>
                      <a:r>
                        <a:rPr lang="ko-KR" altLang="en-US" sz="500" u="none" strike="noStrike">
                          <a:effectLst/>
                        </a:rPr>
                        <a:t>램프</a:t>
                      </a:r>
                      <a:endParaRPr lang="ko-KR" altLang="en-US" sz="5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500" u="none" strike="noStrike">
                          <a:effectLst/>
                        </a:rPr>
                        <a:t>M2220</a:t>
                      </a:r>
                      <a:endParaRPr lang="en-US" sz="5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500" u="none" strike="noStrike">
                          <a:effectLst/>
                        </a:rPr>
                        <a:t>스토퍼</a:t>
                      </a:r>
                      <a:r>
                        <a:rPr lang="en-US" altLang="ko-KR" sz="500" u="none" strike="noStrike">
                          <a:effectLst/>
                        </a:rPr>
                        <a:t>- (</a:t>
                      </a:r>
                      <a:r>
                        <a:rPr lang="ko-KR" altLang="en-US" sz="500" u="none" strike="noStrike">
                          <a:effectLst/>
                        </a:rPr>
                        <a:t>비금</a:t>
                      </a:r>
                      <a:r>
                        <a:rPr lang="en-US" altLang="ko-KR" sz="500" u="none" strike="noStrike">
                          <a:effectLst/>
                        </a:rPr>
                        <a:t>)</a:t>
                      </a:r>
                      <a:endParaRPr lang="en-US" altLang="ko-KR" sz="5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500" u="none" strike="noStrike">
                          <a:effectLst/>
                        </a:rPr>
                        <a:t>M710</a:t>
                      </a:r>
                      <a:endParaRPr lang="en-US" sz="5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500" u="none" strike="noStrike">
                          <a:effectLst/>
                        </a:rPr>
                        <a:t>수동빼기</a:t>
                      </a:r>
                      <a:r>
                        <a:rPr lang="en-US" sz="500" u="none" strike="noStrike">
                          <a:effectLst/>
                        </a:rPr>
                        <a:t>BIT</a:t>
                      </a:r>
                      <a:endParaRPr lang="en-US" sz="5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500" u="none" strike="noStrike">
                          <a:effectLst/>
                        </a:rPr>
                        <a:t>M3021</a:t>
                      </a:r>
                      <a:endParaRPr lang="en-US" sz="5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500" u="none" strike="noStrike">
                          <a:effectLst/>
                        </a:rPr>
                        <a:t>흡착</a:t>
                      </a:r>
                      <a:r>
                        <a:rPr lang="en-US" sz="500" u="none" strike="noStrike">
                          <a:effectLst/>
                        </a:rPr>
                        <a:t>ON</a:t>
                      </a:r>
                      <a:endParaRPr lang="en-US" sz="5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500" u="none" strike="noStrike">
                          <a:effectLst/>
                        </a:rPr>
                        <a:t>M991</a:t>
                      </a:r>
                      <a:endParaRPr lang="en-US" sz="5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500" u="none" strike="noStrike">
                          <a:effectLst/>
                        </a:rPr>
                        <a:t>내부초기화핗료함</a:t>
                      </a:r>
                      <a:endParaRPr lang="ko-KR" altLang="en-US" sz="5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500" u="none" strike="noStrike">
                          <a:effectLst/>
                        </a:rPr>
                        <a:t>M3052</a:t>
                      </a:r>
                      <a:endParaRPr lang="en-US" sz="5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500" u="none" strike="noStrike">
                          <a:effectLst/>
                        </a:rPr>
                        <a:t>고속복귀비금</a:t>
                      </a:r>
                      <a:endParaRPr lang="ko-KR" altLang="en-US" sz="5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500" u="none" strike="noStrike">
                          <a:effectLst/>
                        </a:rPr>
                        <a:t>M2000</a:t>
                      </a:r>
                      <a:endParaRPr lang="en-US" sz="5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500" u="none" strike="noStrike">
                          <a:effectLst/>
                        </a:rPr>
                        <a:t>계속실행</a:t>
                      </a:r>
                      <a:endParaRPr lang="ko-KR" altLang="en-US" sz="5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500" u="none" strike="noStrike">
                          <a:effectLst/>
                        </a:rPr>
                        <a:t>M3302</a:t>
                      </a:r>
                      <a:endParaRPr lang="en-US" sz="5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500" u="none" strike="noStrike">
                          <a:effectLst/>
                        </a:rPr>
                        <a:t>S</a:t>
                      </a:r>
                      <a:r>
                        <a:rPr lang="ko-KR" altLang="en-US" sz="500" u="none" strike="noStrike">
                          <a:effectLst/>
                        </a:rPr>
                        <a:t>빼기위치상태기억</a:t>
                      </a:r>
                      <a:endParaRPr lang="ko-KR" altLang="en-US" sz="5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extLst>
                  <a:ext uri="{0D108BD9-81ED-4DB2-BD59-A6C34878D82A}">
                    <a16:rowId xmlns:a16="http://schemas.microsoft.com/office/drawing/2014/main" val="577773704"/>
                  </a:ext>
                </a:extLst>
              </a:tr>
              <a:tr h="221312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500" u="none" strike="noStrike">
                          <a:effectLst/>
                        </a:rPr>
                        <a:t>M2</a:t>
                      </a:r>
                      <a:endParaRPr lang="en-US" sz="5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500" u="none" strike="noStrike">
                          <a:effectLst/>
                        </a:rPr>
                        <a:t>초기화</a:t>
                      </a:r>
                      <a:endParaRPr lang="ko-KR" altLang="en-US" sz="5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500" u="none" strike="noStrike">
                          <a:effectLst/>
                        </a:rPr>
                        <a:t>M2014</a:t>
                      </a:r>
                      <a:endParaRPr lang="en-US" sz="5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500" u="none" strike="noStrike" dirty="0">
                          <a:effectLst/>
                        </a:rPr>
                        <a:t>모터</a:t>
                      </a:r>
                      <a:r>
                        <a:rPr lang="en-US" sz="500" u="none" strike="noStrike" dirty="0">
                          <a:effectLst/>
                        </a:rPr>
                        <a:t>on</a:t>
                      </a:r>
                      <a:endParaRPr lang="en-US" sz="500" b="0" i="0" u="none" strike="noStrike" dirty="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500" u="none" strike="noStrike">
                          <a:effectLst/>
                        </a:rPr>
                        <a:t>M72</a:t>
                      </a:r>
                      <a:endParaRPr lang="en-US" sz="5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500" u="none" strike="noStrike">
                          <a:effectLst/>
                        </a:rPr>
                        <a:t>가공</a:t>
                      </a:r>
                      <a:r>
                        <a:rPr lang="en-US" altLang="ko-KR" sz="500" u="none" strike="noStrike">
                          <a:effectLst/>
                        </a:rPr>
                        <a:t>-</a:t>
                      </a:r>
                      <a:endParaRPr lang="en-US" altLang="ko-KR" sz="5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500" u="none" strike="noStrike">
                          <a:effectLst/>
                        </a:rPr>
                        <a:t>M2132</a:t>
                      </a:r>
                      <a:endParaRPr lang="en-US" sz="5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500" u="none" strike="noStrike">
                          <a:effectLst/>
                        </a:rPr>
                        <a:t>배출</a:t>
                      </a:r>
                      <a:r>
                        <a:rPr lang="en-US" altLang="ko-KR" sz="500" u="none" strike="noStrike">
                          <a:effectLst/>
                        </a:rPr>
                        <a:t>+(</a:t>
                      </a:r>
                      <a:r>
                        <a:rPr lang="ko-KR" altLang="en-US" sz="500" u="none" strike="noStrike">
                          <a:effectLst/>
                        </a:rPr>
                        <a:t>비금속버리기</a:t>
                      </a:r>
                      <a:r>
                        <a:rPr lang="en-US" altLang="ko-KR" sz="500" u="none" strike="noStrike">
                          <a:effectLst/>
                        </a:rPr>
                        <a:t>)</a:t>
                      </a:r>
                      <a:endParaRPr lang="en-US" altLang="ko-KR" sz="5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500" u="none" strike="noStrike">
                          <a:effectLst/>
                        </a:rPr>
                        <a:t>M514</a:t>
                      </a:r>
                      <a:endParaRPr lang="en-US" sz="5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500" u="none" strike="noStrike">
                          <a:effectLst/>
                        </a:rPr>
                        <a:t>1,2 </a:t>
                      </a:r>
                      <a:r>
                        <a:rPr lang="ko-KR" altLang="en-US" sz="500" u="none" strike="noStrike">
                          <a:effectLst/>
                        </a:rPr>
                        <a:t>램프</a:t>
                      </a:r>
                      <a:endParaRPr lang="ko-KR" altLang="en-US" sz="5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500" u="none" strike="noStrike">
                          <a:effectLst/>
                        </a:rPr>
                        <a:t>M2221</a:t>
                      </a:r>
                      <a:endParaRPr lang="en-US" sz="5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500" u="none" strike="noStrike">
                          <a:effectLst/>
                        </a:rPr>
                        <a:t>창고</a:t>
                      </a:r>
                      <a:r>
                        <a:rPr lang="en-US" altLang="ko-KR" sz="500" u="none" strike="noStrike">
                          <a:effectLst/>
                        </a:rPr>
                        <a:t>- (</a:t>
                      </a:r>
                      <a:r>
                        <a:rPr lang="ko-KR" altLang="en-US" sz="500" u="none" strike="noStrike">
                          <a:effectLst/>
                        </a:rPr>
                        <a:t>비금</a:t>
                      </a:r>
                      <a:r>
                        <a:rPr lang="en-US" altLang="ko-KR" sz="500" u="none" strike="noStrike">
                          <a:effectLst/>
                        </a:rPr>
                        <a:t>)</a:t>
                      </a:r>
                      <a:endParaRPr lang="en-US" altLang="ko-KR" sz="5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500" u="none" strike="noStrike">
                          <a:effectLst/>
                        </a:rPr>
                        <a:t>M711</a:t>
                      </a:r>
                      <a:endParaRPr lang="en-US" sz="5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500" u="none" strike="noStrike">
                          <a:effectLst/>
                        </a:rPr>
                        <a:t>1,1 </a:t>
                      </a:r>
                      <a:r>
                        <a:rPr lang="ko-KR" altLang="en-US" sz="500" u="none" strike="noStrike">
                          <a:effectLst/>
                        </a:rPr>
                        <a:t>뺴기 버튼</a:t>
                      </a:r>
                      <a:endParaRPr lang="ko-KR" altLang="en-US" sz="5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500" u="none" strike="noStrike">
                          <a:effectLst/>
                        </a:rPr>
                        <a:t>M3022</a:t>
                      </a:r>
                      <a:endParaRPr lang="en-US" sz="5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500" u="none" strike="noStrike">
                          <a:effectLst/>
                        </a:rPr>
                        <a:t>올라가기 딜레이</a:t>
                      </a:r>
                      <a:endParaRPr lang="ko-KR" altLang="en-US" sz="5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500" u="none" strike="noStrike">
                          <a:effectLst/>
                        </a:rPr>
                        <a:t>M1000</a:t>
                      </a:r>
                      <a:endParaRPr lang="en-US" sz="5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500" u="none" strike="noStrike">
                          <a:effectLst/>
                        </a:rPr>
                        <a:t>서보시작가능</a:t>
                      </a:r>
                      <a:endParaRPr lang="ko-KR" altLang="en-US" sz="5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500" u="none" strike="noStrike">
                          <a:effectLst/>
                        </a:rPr>
                        <a:t>M3053</a:t>
                      </a:r>
                      <a:endParaRPr lang="en-US" sz="5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500" u="none" strike="noStrike">
                          <a:effectLst/>
                        </a:rPr>
                        <a:t>고속복귀금</a:t>
                      </a:r>
                      <a:endParaRPr lang="ko-KR" altLang="en-US" sz="5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500" u="none" strike="noStrike">
                          <a:effectLst/>
                        </a:rPr>
                        <a:t>M2001</a:t>
                      </a:r>
                      <a:endParaRPr lang="en-US" sz="5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500" u="none" strike="noStrike">
                          <a:effectLst/>
                        </a:rPr>
                        <a:t>수동시작</a:t>
                      </a:r>
                      <a:endParaRPr lang="ko-KR" altLang="en-US" sz="5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500" u="none" strike="noStrike">
                          <a:effectLst/>
                        </a:rPr>
                        <a:t>M3400</a:t>
                      </a:r>
                      <a:endParaRPr lang="en-US" sz="5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500" u="none" strike="noStrike">
                          <a:effectLst/>
                        </a:rPr>
                        <a:t>zp</a:t>
                      </a:r>
                      <a:r>
                        <a:rPr lang="ko-KR" altLang="en-US" sz="500" u="none" strike="noStrike">
                          <a:effectLst/>
                        </a:rPr>
                        <a:t>창고판별정상</a:t>
                      </a:r>
                      <a:endParaRPr lang="ko-KR" altLang="en-US" sz="5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extLst>
                  <a:ext uri="{0D108BD9-81ED-4DB2-BD59-A6C34878D82A}">
                    <a16:rowId xmlns:a16="http://schemas.microsoft.com/office/drawing/2014/main" val="2374541984"/>
                  </a:ext>
                </a:extLst>
              </a:tr>
              <a:tr h="258198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500" u="none" strike="noStrike">
                          <a:effectLst/>
                        </a:rPr>
                        <a:t>M5</a:t>
                      </a:r>
                      <a:endParaRPr lang="en-US" sz="5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500" u="none" strike="noStrike">
                          <a:effectLst/>
                        </a:rPr>
                        <a:t>점프</a:t>
                      </a:r>
                      <a:endParaRPr lang="ko-KR" altLang="en-US" sz="5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500" u="none" strike="noStrike">
                          <a:effectLst/>
                        </a:rPr>
                        <a:t>M2015</a:t>
                      </a:r>
                      <a:endParaRPr lang="en-US" sz="5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500" u="none" strike="noStrike">
                          <a:effectLst/>
                        </a:rPr>
                        <a:t>가공</a:t>
                      </a:r>
                      <a:r>
                        <a:rPr lang="en-US" altLang="ko-KR" sz="500" u="none" strike="noStrike">
                          <a:effectLst/>
                        </a:rPr>
                        <a:t>+</a:t>
                      </a:r>
                      <a:endParaRPr lang="en-US" altLang="ko-KR" sz="5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500" u="none" strike="noStrike">
                          <a:effectLst/>
                        </a:rPr>
                        <a:t>M73</a:t>
                      </a:r>
                      <a:endParaRPr lang="en-US" sz="5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500" u="none" strike="noStrike" dirty="0">
                          <a:effectLst/>
                        </a:rPr>
                        <a:t>모터</a:t>
                      </a:r>
                      <a:r>
                        <a:rPr lang="en-US" sz="500" u="none" strike="noStrike" dirty="0">
                          <a:effectLst/>
                        </a:rPr>
                        <a:t>OFF</a:t>
                      </a:r>
                      <a:endParaRPr lang="en-US" sz="500" b="0" i="0" u="none" strike="noStrike" dirty="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500" u="none" strike="noStrike">
                          <a:effectLst/>
                        </a:rPr>
                        <a:t>M2133</a:t>
                      </a:r>
                      <a:endParaRPr lang="en-US" sz="5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500" u="none" strike="noStrike">
                          <a:effectLst/>
                        </a:rPr>
                        <a:t>배출</a:t>
                      </a:r>
                      <a:r>
                        <a:rPr lang="en-US" altLang="ko-KR" sz="500" u="none" strike="noStrike">
                          <a:effectLst/>
                        </a:rPr>
                        <a:t>-</a:t>
                      </a:r>
                      <a:endParaRPr lang="en-US" altLang="ko-KR" sz="5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500" u="none" strike="noStrike">
                          <a:effectLst/>
                        </a:rPr>
                        <a:t>M521</a:t>
                      </a:r>
                      <a:endParaRPr lang="en-US" sz="5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500" u="none" strike="noStrike">
                          <a:effectLst/>
                        </a:rPr>
                        <a:t>2,1 </a:t>
                      </a:r>
                      <a:r>
                        <a:rPr lang="ko-KR" altLang="en-US" sz="500" u="none" strike="noStrike">
                          <a:effectLst/>
                        </a:rPr>
                        <a:t>넣기 버튼</a:t>
                      </a:r>
                      <a:endParaRPr lang="ko-KR" altLang="en-US" sz="5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500" u="none" strike="noStrike">
                          <a:effectLst/>
                        </a:rPr>
                        <a:t>M2230</a:t>
                      </a:r>
                      <a:endParaRPr lang="en-US" sz="5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500" u="none" strike="noStrike">
                          <a:effectLst/>
                        </a:rPr>
                        <a:t>스토퍼</a:t>
                      </a:r>
                      <a:r>
                        <a:rPr lang="en-US" altLang="ko-KR" sz="500" u="none" strike="noStrike">
                          <a:effectLst/>
                        </a:rPr>
                        <a:t>- (</a:t>
                      </a:r>
                      <a:r>
                        <a:rPr lang="ko-KR" altLang="en-US" sz="500" u="none" strike="noStrike">
                          <a:effectLst/>
                        </a:rPr>
                        <a:t>금속</a:t>
                      </a:r>
                      <a:r>
                        <a:rPr lang="en-US" altLang="ko-KR" sz="500" u="none" strike="noStrike">
                          <a:effectLst/>
                        </a:rPr>
                        <a:t>)</a:t>
                      </a:r>
                      <a:endParaRPr lang="en-US" altLang="ko-KR" sz="5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500" u="none" strike="noStrike">
                          <a:effectLst/>
                        </a:rPr>
                        <a:t>M712</a:t>
                      </a:r>
                      <a:endParaRPr lang="en-US" sz="5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500" u="none" strike="noStrike">
                          <a:effectLst/>
                        </a:rPr>
                        <a:t>1,2 </a:t>
                      </a:r>
                      <a:r>
                        <a:rPr lang="ko-KR" altLang="en-US" sz="500" u="none" strike="noStrike">
                          <a:effectLst/>
                        </a:rPr>
                        <a:t>뺴기 버튼</a:t>
                      </a:r>
                      <a:endParaRPr lang="ko-KR" altLang="en-US" sz="5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500" u="none" strike="noStrike">
                          <a:effectLst/>
                        </a:rPr>
                        <a:t>M3023</a:t>
                      </a:r>
                      <a:endParaRPr lang="en-US" sz="5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500" u="none" strike="noStrike">
                          <a:effectLst/>
                        </a:rPr>
                        <a:t>흡착실</a:t>
                      </a:r>
                      <a:r>
                        <a:rPr lang="en-US" altLang="ko-KR" sz="500" u="none" strike="noStrike">
                          <a:effectLst/>
                        </a:rPr>
                        <a:t>-</a:t>
                      </a:r>
                      <a:endParaRPr lang="en-US" altLang="ko-KR" sz="5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500" u="none" strike="noStrike">
                          <a:effectLst/>
                        </a:rPr>
                        <a:t>M1001</a:t>
                      </a:r>
                      <a:endParaRPr lang="en-US" sz="5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500" u="none" strike="noStrike">
                          <a:effectLst/>
                        </a:rPr>
                        <a:t>원점복귀</a:t>
                      </a:r>
                      <a:endParaRPr lang="ko-KR" altLang="en-US" sz="5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500" u="none" strike="noStrike">
                          <a:effectLst/>
                        </a:rPr>
                        <a:t>M3100</a:t>
                      </a:r>
                      <a:endParaRPr lang="en-US" sz="5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500" u="none" strike="noStrike">
                          <a:effectLst/>
                        </a:rPr>
                        <a:t>자동빼기 누름 시작</a:t>
                      </a:r>
                      <a:endParaRPr lang="ko-KR" altLang="en-US" sz="5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500" u="none" strike="noStrike">
                          <a:effectLst/>
                        </a:rPr>
                        <a:t>M2010</a:t>
                      </a:r>
                      <a:endParaRPr lang="en-US" sz="5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500" u="none" strike="noStrike">
                          <a:effectLst/>
                        </a:rPr>
                        <a:t>넣기 시작</a:t>
                      </a:r>
                      <a:endParaRPr lang="ko-KR" altLang="en-US" sz="5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500" u="none" strike="noStrike">
                          <a:effectLst/>
                        </a:rPr>
                        <a:t>M3402</a:t>
                      </a:r>
                      <a:endParaRPr lang="en-US" sz="5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500" u="none" strike="noStrike">
                          <a:effectLst/>
                        </a:rPr>
                        <a:t>zp</a:t>
                      </a:r>
                      <a:r>
                        <a:rPr lang="ko-KR" altLang="en-US" sz="500" u="none" strike="noStrike">
                          <a:effectLst/>
                        </a:rPr>
                        <a:t>창고빼기데이터</a:t>
                      </a:r>
                      <a:endParaRPr lang="ko-KR" altLang="en-US" sz="5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extLst>
                  <a:ext uri="{0D108BD9-81ED-4DB2-BD59-A6C34878D82A}">
                    <a16:rowId xmlns:a16="http://schemas.microsoft.com/office/drawing/2014/main" val="3347831356"/>
                  </a:ext>
                </a:extLst>
              </a:tr>
              <a:tr h="23975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500" u="none" strike="noStrike">
                          <a:effectLst/>
                        </a:rPr>
                        <a:t>M14</a:t>
                      </a:r>
                      <a:endParaRPr lang="en-US" sz="5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500" u="none" strike="noStrike">
                          <a:effectLst/>
                        </a:rPr>
                        <a:t>분배</a:t>
                      </a:r>
                      <a:r>
                        <a:rPr lang="en-US" altLang="ko-KR" sz="500" u="none" strike="noStrike">
                          <a:effectLst/>
                        </a:rPr>
                        <a:t>+</a:t>
                      </a:r>
                      <a:endParaRPr lang="en-US" altLang="ko-KR" sz="5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500" u="none" strike="noStrike">
                          <a:effectLst/>
                        </a:rPr>
                        <a:t>M2016</a:t>
                      </a:r>
                      <a:endParaRPr lang="en-US" sz="5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500" u="none" strike="noStrike">
                          <a:effectLst/>
                        </a:rPr>
                        <a:t>가공</a:t>
                      </a:r>
                      <a:r>
                        <a:rPr lang="en-US" altLang="ko-KR" sz="500" u="none" strike="noStrike">
                          <a:effectLst/>
                        </a:rPr>
                        <a:t>-</a:t>
                      </a:r>
                      <a:endParaRPr lang="en-US" altLang="ko-KR" sz="5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500" u="none" strike="noStrike">
                          <a:effectLst/>
                        </a:rPr>
                        <a:t>M74</a:t>
                      </a:r>
                      <a:endParaRPr lang="en-US" sz="5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500" u="none" strike="noStrike">
                          <a:effectLst/>
                        </a:rPr>
                        <a:t>가공카운터반복</a:t>
                      </a:r>
                      <a:endParaRPr lang="ko-KR" altLang="en-US" sz="5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500" u="none" strike="noStrike">
                          <a:effectLst/>
                        </a:rPr>
                        <a:t>M2134</a:t>
                      </a:r>
                      <a:endParaRPr lang="en-US" sz="5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500" u="none" strike="noStrike">
                          <a:effectLst/>
                        </a:rPr>
                        <a:t>금속배출완료</a:t>
                      </a:r>
                      <a:endParaRPr lang="ko-KR" altLang="en-US" sz="5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500" u="none" strike="noStrike">
                          <a:effectLst/>
                        </a:rPr>
                        <a:t>M522</a:t>
                      </a:r>
                      <a:endParaRPr lang="en-US" sz="5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500" u="none" strike="noStrike">
                          <a:effectLst/>
                        </a:rPr>
                        <a:t>2,2 </a:t>
                      </a:r>
                      <a:r>
                        <a:rPr lang="ko-KR" altLang="en-US" sz="500" u="none" strike="noStrike">
                          <a:effectLst/>
                        </a:rPr>
                        <a:t>넣기 버튼</a:t>
                      </a:r>
                      <a:endParaRPr lang="ko-KR" altLang="en-US" sz="5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500" u="none" strike="noStrike">
                          <a:effectLst/>
                        </a:rPr>
                        <a:t>M2231</a:t>
                      </a:r>
                      <a:endParaRPr lang="en-US" sz="5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500" u="none" strike="noStrike">
                          <a:effectLst/>
                        </a:rPr>
                        <a:t>창고</a:t>
                      </a:r>
                      <a:r>
                        <a:rPr lang="en-US" altLang="ko-KR" sz="500" u="none" strike="noStrike">
                          <a:effectLst/>
                        </a:rPr>
                        <a:t>- (</a:t>
                      </a:r>
                      <a:r>
                        <a:rPr lang="ko-KR" altLang="en-US" sz="500" u="none" strike="noStrike">
                          <a:effectLst/>
                        </a:rPr>
                        <a:t>금속</a:t>
                      </a:r>
                      <a:r>
                        <a:rPr lang="en-US" altLang="ko-KR" sz="500" u="none" strike="noStrike">
                          <a:effectLst/>
                        </a:rPr>
                        <a:t>)</a:t>
                      </a:r>
                      <a:endParaRPr lang="en-US" altLang="ko-KR" sz="5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500" u="none" strike="noStrike">
                          <a:effectLst/>
                        </a:rPr>
                        <a:t>M721</a:t>
                      </a:r>
                      <a:endParaRPr lang="en-US" sz="5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500" u="none" strike="noStrike">
                          <a:effectLst/>
                        </a:rPr>
                        <a:t>2,1 </a:t>
                      </a:r>
                      <a:r>
                        <a:rPr lang="ko-KR" altLang="en-US" sz="500" u="none" strike="noStrike">
                          <a:effectLst/>
                        </a:rPr>
                        <a:t>뺴기 버튼</a:t>
                      </a:r>
                      <a:endParaRPr lang="ko-KR" altLang="en-US" sz="5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500" u="none" strike="noStrike">
                          <a:effectLst/>
                        </a:rPr>
                        <a:t>M3024</a:t>
                      </a:r>
                      <a:endParaRPr lang="en-US" sz="5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500" u="none" strike="noStrike">
                          <a:effectLst/>
                        </a:rPr>
                        <a:t>후진실린더딜레이</a:t>
                      </a:r>
                      <a:endParaRPr lang="ko-KR" altLang="en-US" sz="5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500" u="none" strike="noStrike">
                          <a:effectLst/>
                        </a:rPr>
                        <a:t>M1002</a:t>
                      </a:r>
                      <a:endParaRPr lang="en-US" sz="5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500" u="none" strike="noStrike">
                          <a:effectLst/>
                        </a:rPr>
                        <a:t>고속원점복귀</a:t>
                      </a:r>
                      <a:endParaRPr lang="ko-KR" altLang="en-US" sz="5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500" u="none" strike="noStrike">
                          <a:effectLst/>
                        </a:rPr>
                        <a:t>M3101</a:t>
                      </a:r>
                      <a:endParaRPr lang="en-US" sz="5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500" u="none" strike="noStrike">
                          <a:effectLst/>
                        </a:rPr>
                        <a:t>자동빼기시작</a:t>
                      </a:r>
                      <a:endParaRPr lang="ko-KR" altLang="en-US" sz="5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500" u="none" strike="noStrike">
                          <a:effectLst/>
                        </a:rPr>
                        <a:t>M2011</a:t>
                      </a:r>
                      <a:endParaRPr lang="en-US" sz="5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500" u="none" strike="noStrike">
                          <a:effectLst/>
                        </a:rPr>
                        <a:t>공급</a:t>
                      </a:r>
                      <a:r>
                        <a:rPr lang="en-US" altLang="ko-KR" sz="500" u="none" strike="noStrike">
                          <a:effectLst/>
                        </a:rPr>
                        <a:t>+</a:t>
                      </a:r>
                      <a:endParaRPr lang="en-US" altLang="ko-KR" sz="5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500" u="none" strike="noStrike">
                          <a:effectLst/>
                        </a:rPr>
                        <a:t>M4001</a:t>
                      </a:r>
                      <a:endParaRPr lang="en-US" sz="5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500" u="none" strike="noStrike">
                          <a:effectLst/>
                        </a:rPr>
                        <a:t>가공 완료 트리거</a:t>
                      </a:r>
                      <a:endParaRPr lang="ko-KR" altLang="en-US" sz="5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extLst>
                  <a:ext uri="{0D108BD9-81ED-4DB2-BD59-A6C34878D82A}">
                    <a16:rowId xmlns:a16="http://schemas.microsoft.com/office/drawing/2014/main" val="2251891312"/>
                  </a:ext>
                </a:extLst>
              </a:tr>
              <a:tr h="276641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500" u="none" strike="noStrike">
                          <a:effectLst/>
                        </a:rPr>
                        <a:t>M23</a:t>
                      </a:r>
                      <a:endParaRPr lang="en-US" sz="5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500" u="none" strike="noStrike">
                          <a:effectLst/>
                        </a:rPr>
                        <a:t>스토퍼</a:t>
                      </a:r>
                      <a:r>
                        <a:rPr lang="en-US" altLang="ko-KR" sz="500" u="none" strike="noStrike">
                          <a:effectLst/>
                        </a:rPr>
                        <a:t>+</a:t>
                      </a:r>
                      <a:endParaRPr lang="en-US" altLang="ko-KR" sz="5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500" u="none" strike="noStrike">
                          <a:effectLst/>
                        </a:rPr>
                        <a:t>M2017</a:t>
                      </a:r>
                      <a:endParaRPr lang="en-US" sz="5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500" u="none" strike="noStrike">
                          <a:effectLst/>
                        </a:rPr>
                        <a:t>가공 모터</a:t>
                      </a:r>
                      <a:r>
                        <a:rPr lang="en-US" sz="500" u="none" strike="noStrike">
                          <a:effectLst/>
                        </a:rPr>
                        <a:t>off</a:t>
                      </a:r>
                      <a:endParaRPr lang="en-US" sz="5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500" u="none" strike="noStrike">
                          <a:effectLst/>
                        </a:rPr>
                        <a:t>M94</a:t>
                      </a:r>
                      <a:endParaRPr lang="en-US" sz="5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500" u="none" strike="noStrike">
                          <a:effectLst/>
                        </a:rPr>
                        <a:t>공급</a:t>
                      </a:r>
                      <a:r>
                        <a:rPr lang="en-US" altLang="ko-KR" sz="500" u="none" strike="noStrike">
                          <a:effectLst/>
                        </a:rPr>
                        <a:t>-</a:t>
                      </a:r>
                      <a:endParaRPr lang="en-US" altLang="ko-KR" sz="5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500" u="none" strike="noStrike">
                          <a:effectLst/>
                        </a:rPr>
                        <a:t>M2140</a:t>
                      </a:r>
                      <a:endParaRPr lang="en-US" sz="5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500" u="none" strike="noStrike">
                          <a:effectLst/>
                        </a:rPr>
                        <a:t>스토퍼</a:t>
                      </a:r>
                      <a:r>
                        <a:rPr lang="en-US" altLang="ko-KR" sz="500" u="none" strike="noStrike">
                          <a:effectLst/>
                        </a:rPr>
                        <a:t>+(</a:t>
                      </a:r>
                      <a:r>
                        <a:rPr lang="ko-KR" altLang="en-US" sz="500" u="none" strike="noStrike">
                          <a:effectLst/>
                        </a:rPr>
                        <a:t>금속 창고 적제</a:t>
                      </a:r>
                      <a:r>
                        <a:rPr lang="en-US" altLang="ko-KR" sz="500" u="none" strike="noStrike">
                          <a:effectLst/>
                        </a:rPr>
                        <a:t>)</a:t>
                      </a:r>
                      <a:endParaRPr lang="en-US" altLang="ko-KR" sz="5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500" u="none" strike="noStrike">
                          <a:effectLst/>
                        </a:rPr>
                        <a:t>M523</a:t>
                      </a:r>
                      <a:endParaRPr lang="en-US" sz="5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500" u="none" strike="noStrike">
                          <a:effectLst/>
                        </a:rPr>
                        <a:t>2,1 </a:t>
                      </a:r>
                      <a:r>
                        <a:rPr lang="ko-KR" altLang="en-US" sz="500" u="none" strike="noStrike">
                          <a:effectLst/>
                        </a:rPr>
                        <a:t>램프</a:t>
                      </a:r>
                      <a:endParaRPr lang="ko-KR" altLang="en-US" sz="5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500" u="none" strike="noStrike">
                          <a:effectLst/>
                        </a:rPr>
                        <a:t>M2300</a:t>
                      </a:r>
                      <a:endParaRPr lang="en-US" sz="5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500" u="none" strike="noStrike">
                          <a:effectLst/>
                        </a:rPr>
                        <a:t>M </a:t>
                      </a:r>
                      <a:r>
                        <a:rPr lang="ko-KR" altLang="en-US" sz="500" u="none" strike="noStrike">
                          <a:effectLst/>
                        </a:rPr>
                        <a:t>정상동작 상태</a:t>
                      </a:r>
                      <a:endParaRPr lang="ko-KR" altLang="en-US" sz="5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500" u="none" strike="noStrike">
                          <a:effectLst/>
                        </a:rPr>
                        <a:t>M722</a:t>
                      </a:r>
                      <a:endParaRPr lang="en-US" sz="5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500" u="none" strike="noStrike">
                          <a:effectLst/>
                        </a:rPr>
                        <a:t>2,2 </a:t>
                      </a:r>
                      <a:r>
                        <a:rPr lang="ko-KR" altLang="en-US" sz="500" u="none" strike="noStrike">
                          <a:effectLst/>
                        </a:rPr>
                        <a:t>뺴기 버튼</a:t>
                      </a:r>
                      <a:endParaRPr lang="ko-KR" altLang="en-US" sz="5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500" u="none" strike="noStrike">
                          <a:effectLst/>
                        </a:rPr>
                        <a:t>M3025</a:t>
                      </a:r>
                      <a:endParaRPr lang="en-US" sz="5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500" u="none" strike="noStrike">
                          <a:effectLst/>
                        </a:rPr>
                        <a:t>올려두기 완료</a:t>
                      </a:r>
                      <a:endParaRPr lang="ko-KR" altLang="en-US" sz="5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500" u="none" strike="noStrike">
                          <a:effectLst/>
                        </a:rPr>
                        <a:t>M1003</a:t>
                      </a:r>
                      <a:endParaRPr lang="en-US" sz="5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500" u="none" strike="noStrike">
                          <a:effectLst/>
                        </a:rPr>
                        <a:t>조그하강</a:t>
                      </a:r>
                      <a:endParaRPr lang="ko-KR" altLang="en-US" sz="5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500" u="none" strike="noStrike">
                          <a:effectLst/>
                        </a:rPr>
                        <a:t>M3149</a:t>
                      </a:r>
                      <a:endParaRPr lang="en-US" sz="5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500" u="none" strike="noStrike">
                          <a:effectLst/>
                        </a:rPr>
                        <a:t>뺴기연결</a:t>
                      </a:r>
                      <a:endParaRPr lang="ko-KR" altLang="en-US" sz="5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500" u="none" strike="noStrike">
                          <a:effectLst/>
                        </a:rPr>
                        <a:t>　</a:t>
                      </a:r>
                      <a:endParaRPr lang="ko-KR" altLang="en-US" sz="5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500" u="none" strike="noStrike">
                          <a:effectLst/>
                        </a:rPr>
                        <a:t>　</a:t>
                      </a:r>
                      <a:endParaRPr lang="ko-KR" altLang="en-US" sz="5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500" u="none" strike="noStrike">
                          <a:effectLst/>
                        </a:rPr>
                        <a:t>M4002</a:t>
                      </a:r>
                      <a:endParaRPr lang="en-US" sz="5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500" u="none" strike="noStrike" dirty="0">
                          <a:effectLst/>
                        </a:rPr>
                        <a:t>적재 완료 트리거</a:t>
                      </a:r>
                      <a:endParaRPr lang="ko-KR" altLang="en-US" sz="500" b="0" i="0" u="none" strike="noStrike" dirty="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extLst>
                  <a:ext uri="{0D108BD9-81ED-4DB2-BD59-A6C34878D82A}">
                    <a16:rowId xmlns:a16="http://schemas.microsoft.com/office/drawing/2014/main" val="3519222394"/>
                  </a:ext>
                </a:extLst>
              </a:tr>
              <a:tr h="27269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500" u="none" strike="noStrike">
                          <a:effectLst/>
                        </a:rPr>
                        <a:t>M31</a:t>
                      </a:r>
                      <a:endParaRPr lang="en-US" sz="5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500" u="none" strike="noStrike">
                          <a:effectLst/>
                        </a:rPr>
                        <a:t>완료</a:t>
                      </a:r>
                      <a:endParaRPr lang="ko-KR" altLang="en-US" sz="5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500" u="none" strike="noStrike">
                          <a:effectLst/>
                        </a:rPr>
                        <a:t>M2018</a:t>
                      </a:r>
                      <a:endParaRPr lang="en-US" sz="5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500" u="none" strike="noStrike">
                          <a:effectLst/>
                        </a:rPr>
                        <a:t>가공횟수도달</a:t>
                      </a:r>
                      <a:endParaRPr lang="ko-KR" altLang="en-US" sz="5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500" u="none" strike="noStrike">
                          <a:effectLst/>
                        </a:rPr>
                        <a:t>M95</a:t>
                      </a:r>
                      <a:endParaRPr lang="en-US" sz="5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500" u="none" strike="noStrike">
                          <a:effectLst/>
                        </a:rPr>
                        <a:t>분배</a:t>
                      </a:r>
                      <a:r>
                        <a:rPr lang="en-US" altLang="ko-KR" sz="500" u="none" strike="noStrike">
                          <a:effectLst/>
                        </a:rPr>
                        <a:t>-</a:t>
                      </a:r>
                      <a:endParaRPr lang="en-US" altLang="ko-KR" sz="5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500" u="none" strike="noStrike">
                          <a:effectLst/>
                        </a:rPr>
                        <a:t>M2141</a:t>
                      </a:r>
                      <a:endParaRPr lang="en-US" sz="5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500" u="none" strike="noStrike">
                          <a:effectLst/>
                        </a:rPr>
                        <a:t>창고</a:t>
                      </a:r>
                      <a:r>
                        <a:rPr lang="en-US" altLang="ko-KR" sz="500" u="none" strike="noStrike">
                          <a:effectLst/>
                        </a:rPr>
                        <a:t>+ </a:t>
                      </a:r>
                      <a:r>
                        <a:rPr lang="ko-KR" altLang="en-US" sz="500" u="none" strike="noStrike">
                          <a:effectLst/>
                        </a:rPr>
                        <a:t>금속</a:t>
                      </a:r>
                      <a:endParaRPr lang="ko-KR" altLang="en-US" sz="5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500" u="none" strike="noStrike">
                          <a:effectLst/>
                        </a:rPr>
                        <a:t>M524</a:t>
                      </a:r>
                      <a:endParaRPr lang="en-US" sz="5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500" u="none" strike="noStrike">
                          <a:effectLst/>
                        </a:rPr>
                        <a:t>2,2 </a:t>
                      </a:r>
                      <a:r>
                        <a:rPr lang="ko-KR" altLang="en-US" sz="500" u="none" strike="noStrike">
                          <a:effectLst/>
                        </a:rPr>
                        <a:t>램프</a:t>
                      </a:r>
                      <a:endParaRPr lang="ko-KR" altLang="en-US" sz="5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500" u="none" strike="noStrike">
                          <a:effectLst/>
                        </a:rPr>
                        <a:t>M2301</a:t>
                      </a:r>
                      <a:endParaRPr lang="en-US" sz="5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500" u="none" strike="noStrike">
                          <a:effectLst/>
                        </a:rPr>
                        <a:t>M </a:t>
                      </a:r>
                      <a:r>
                        <a:rPr lang="ko-KR" altLang="en-US" sz="500" u="none" strike="noStrike">
                          <a:effectLst/>
                        </a:rPr>
                        <a:t>에러 상태</a:t>
                      </a:r>
                      <a:endParaRPr lang="ko-KR" altLang="en-US" sz="5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500" u="none" strike="noStrike">
                          <a:effectLst/>
                        </a:rPr>
                        <a:t>M731</a:t>
                      </a:r>
                      <a:endParaRPr lang="en-US" sz="5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500" u="none" strike="noStrike">
                          <a:effectLst/>
                        </a:rPr>
                        <a:t>3,1 </a:t>
                      </a:r>
                      <a:r>
                        <a:rPr lang="ko-KR" altLang="en-US" sz="500" u="none" strike="noStrike">
                          <a:effectLst/>
                        </a:rPr>
                        <a:t>뺴기 버튼</a:t>
                      </a:r>
                      <a:endParaRPr lang="ko-KR" altLang="en-US" sz="5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500" u="none" strike="noStrike">
                          <a:effectLst/>
                        </a:rPr>
                        <a:t>M3027</a:t>
                      </a:r>
                      <a:endParaRPr lang="en-US" sz="5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500" u="none" strike="noStrike">
                          <a:effectLst/>
                        </a:rPr>
                        <a:t>흡착</a:t>
                      </a:r>
                      <a:r>
                        <a:rPr lang="en-US" sz="500" u="none" strike="noStrike">
                          <a:effectLst/>
                        </a:rPr>
                        <a:t>OFF'</a:t>
                      </a:r>
                      <a:endParaRPr lang="en-US" sz="5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500" u="none" strike="noStrike">
                          <a:effectLst/>
                        </a:rPr>
                        <a:t>M1004</a:t>
                      </a:r>
                      <a:endParaRPr lang="en-US" sz="5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500" u="none" strike="noStrike">
                          <a:effectLst/>
                        </a:rPr>
                        <a:t>조그상승</a:t>
                      </a:r>
                      <a:endParaRPr lang="ko-KR" altLang="en-US" sz="5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500" u="none" strike="noStrike">
                          <a:effectLst/>
                        </a:rPr>
                        <a:t>M3150</a:t>
                      </a:r>
                      <a:endParaRPr lang="en-US" sz="5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500" u="none" strike="noStrike">
                          <a:effectLst/>
                        </a:rPr>
                        <a:t>비금속빼기</a:t>
                      </a:r>
                      <a:endParaRPr lang="ko-KR" altLang="en-US" sz="5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extLst>
                  <a:ext uri="{0D108BD9-81ED-4DB2-BD59-A6C34878D82A}">
                    <a16:rowId xmlns:a16="http://schemas.microsoft.com/office/drawing/2014/main" val="674973208"/>
                  </a:ext>
                </a:extLst>
              </a:tr>
              <a:tr h="243701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500" u="none" strike="noStrike">
                          <a:effectLst/>
                        </a:rPr>
                        <a:t>M38</a:t>
                      </a:r>
                      <a:endParaRPr lang="en-US" sz="5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500" u="none" strike="noStrike">
                          <a:effectLst/>
                        </a:rPr>
                        <a:t>내부</a:t>
                      </a:r>
                      <a:r>
                        <a:rPr lang="en-US" sz="500" u="none" strike="noStrike">
                          <a:effectLst/>
                        </a:rPr>
                        <a:t>RST</a:t>
                      </a:r>
                      <a:endParaRPr lang="en-US" sz="5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500" u="none" strike="noStrike">
                          <a:effectLst/>
                        </a:rPr>
                        <a:t>M2020</a:t>
                      </a:r>
                      <a:endParaRPr lang="en-US" sz="5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500" u="none" strike="noStrike" dirty="0">
                          <a:effectLst/>
                        </a:rPr>
                        <a:t>분배</a:t>
                      </a:r>
                      <a:r>
                        <a:rPr lang="en-US" altLang="ko-KR" sz="500" u="none" strike="noStrike" dirty="0">
                          <a:effectLst/>
                        </a:rPr>
                        <a:t>+</a:t>
                      </a:r>
                      <a:endParaRPr lang="en-US" altLang="ko-KR" sz="500" b="0" i="0" u="none" strike="noStrike" dirty="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500" u="none" strike="noStrike">
                          <a:effectLst/>
                        </a:rPr>
                        <a:t>M96</a:t>
                      </a:r>
                      <a:endParaRPr lang="en-US" sz="5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500" u="none" strike="noStrike">
                          <a:effectLst/>
                        </a:rPr>
                        <a:t>배출</a:t>
                      </a:r>
                      <a:r>
                        <a:rPr lang="en-US" altLang="ko-KR" sz="500" u="none" strike="noStrike">
                          <a:effectLst/>
                        </a:rPr>
                        <a:t>-</a:t>
                      </a:r>
                      <a:endParaRPr lang="en-US" altLang="ko-KR" sz="5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500" u="none" strike="noStrike">
                          <a:effectLst/>
                        </a:rPr>
                        <a:t>M2142</a:t>
                      </a:r>
                      <a:endParaRPr lang="en-US" sz="5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500" u="none" strike="noStrike">
                          <a:effectLst/>
                        </a:rPr>
                        <a:t>컨베</a:t>
                      </a:r>
                      <a:r>
                        <a:rPr lang="en-US" altLang="ko-KR" sz="500" u="none" strike="noStrike">
                          <a:effectLst/>
                        </a:rPr>
                        <a:t>OFF(</a:t>
                      </a:r>
                      <a:r>
                        <a:rPr lang="ko-KR" altLang="en-US" sz="500" u="none" strike="noStrike">
                          <a:effectLst/>
                        </a:rPr>
                        <a:t>금속창고시작</a:t>
                      </a:r>
                      <a:r>
                        <a:rPr lang="en-US" altLang="ko-KR" sz="500" u="none" strike="noStrike">
                          <a:effectLst/>
                        </a:rPr>
                        <a:t>)</a:t>
                      </a:r>
                      <a:endParaRPr lang="en-US" altLang="ko-KR" sz="5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500" u="none" strike="noStrike">
                          <a:effectLst/>
                        </a:rPr>
                        <a:t>M531</a:t>
                      </a:r>
                      <a:endParaRPr lang="en-US" sz="5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500" u="none" strike="noStrike">
                          <a:effectLst/>
                        </a:rPr>
                        <a:t>3,1 </a:t>
                      </a:r>
                      <a:r>
                        <a:rPr lang="ko-KR" altLang="en-US" sz="500" u="none" strike="noStrike">
                          <a:effectLst/>
                        </a:rPr>
                        <a:t>넣기 버튼</a:t>
                      </a:r>
                      <a:endParaRPr lang="ko-KR" altLang="en-US" sz="5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500" u="none" strike="noStrike">
                          <a:effectLst/>
                        </a:rPr>
                        <a:t>M2302</a:t>
                      </a:r>
                      <a:endParaRPr lang="en-US" sz="5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500" u="none" strike="noStrike">
                          <a:effectLst/>
                        </a:rPr>
                        <a:t>set </a:t>
                      </a:r>
                      <a:r>
                        <a:rPr lang="ko-KR" altLang="en-US" sz="500" u="none" strike="noStrike">
                          <a:effectLst/>
                        </a:rPr>
                        <a:t>상태 기억</a:t>
                      </a:r>
                      <a:endParaRPr lang="ko-KR" altLang="en-US" sz="5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500" u="none" strike="noStrike">
                          <a:effectLst/>
                        </a:rPr>
                        <a:t>M732</a:t>
                      </a:r>
                      <a:endParaRPr lang="en-US" sz="5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500" u="none" strike="noStrike">
                          <a:effectLst/>
                        </a:rPr>
                        <a:t>3,2 </a:t>
                      </a:r>
                      <a:r>
                        <a:rPr lang="ko-KR" altLang="en-US" sz="500" u="none" strike="noStrike">
                          <a:effectLst/>
                        </a:rPr>
                        <a:t>뺴기 버튼</a:t>
                      </a:r>
                      <a:endParaRPr lang="ko-KR" altLang="en-US" sz="5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500" u="none" strike="noStrike">
                          <a:effectLst/>
                        </a:rPr>
                        <a:t>M3029</a:t>
                      </a:r>
                      <a:endParaRPr lang="en-US" sz="5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500" u="none" strike="noStrike">
                          <a:effectLst/>
                        </a:rPr>
                        <a:t>대기위치 이동완료</a:t>
                      </a:r>
                      <a:endParaRPr lang="ko-KR" altLang="en-US" sz="5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500" u="none" strike="noStrike">
                          <a:effectLst/>
                        </a:rPr>
                        <a:t>M1005</a:t>
                      </a:r>
                      <a:endParaRPr lang="en-US" sz="5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500" u="none" strike="noStrike">
                          <a:effectLst/>
                        </a:rPr>
                        <a:t>비상정지</a:t>
                      </a:r>
                      <a:endParaRPr lang="ko-KR" altLang="en-US" sz="5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500" u="none" strike="noStrike">
                          <a:effectLst/>
                        </a:rPr>
                        <a:t>M3151</a:t>
                      </a:r>
                      <a:endParaRPr lang="en-US" sz="5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500" u="none" strike="noStrike">
                          <a:effectLst/>
                        </a:rPr>
                        <a:t>비금속 뺴기 시작</a:t>
                      </a:r>
                      <a:endParaRPr lang="ko-KR" altLang="en-US" sz="5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5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extLst>
                  <a:ext uri="{0D108BD9-81ED-4DB2-BD59-A6C34878D82A}">
                    <a16:rowId xmlns:a16="http://schemas.microsoft.com/office/drawing/2014/main" val="401668616"/>
                  </a:ext>
                </a:extLst>
              </a:tr>
              <a:tr h="258198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500" u="none" strike="noStrike">
                          <a:effectLst/>
                        </a:rPr>
                        <a:t>M39</a:t>
                      </a:r>
                      <a:endParaRPr lang="en-US" sz="5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500" u="none" strike="noStrike">
                          <a:effectLst/>
                        </a:rPr>
                        <a:t>RST</a:t>
                      </a:r>
                      <a:endParaRPr lang="en-US" sz="5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500" u="none" strike="noStrike">
                          <a:effectLst/>
                        </a:rPr>
                        <a:t>M2021</a:t>
                      </a:r>
                      <a:endParaRPr lang="en-US" sz="5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500" u="none" strike="noStrike">
                          <a:effectLst/>
                        </a:rPr>
                        <a:t>분배</a:t>
                      </a:r>
                      <a:r>
                        <a:rPr lang="en-US" altLang="ko-KR" sz="500" u="none" strike="noStrike">
                          <a:effectLst/>
                        </a:rPr>
                        <a:t>-</a:t>
                      </a:r>
                      <a:endParaRPr lang="en-US" altLang="ko-KR" sz="5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500" u="none" strike="noStrike">
                          <a:effectLst/>
                        </a:rPr>
                        <a:t>M97</a:t>
                      </a:r>
                      <a:endParaRPr lang="en-US" sz="5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500" u="none" strike="noStrike">
                          <a:effectLst/>
                        </a:rPr>
                        <a:t>스토퍼</a:t>
                      </a:r>
                      <a:r>
                        <a:rPr lang="en-US" altLang="ko-KR" sz="500" u="none" strike="noStrike">
                          <a:effectLst/>
                        </a:rPr>
                        <a:t>-</a:t>
                      </a:r>
                      <a:endParaRPr lang="en-US" altLang="ko-KR" sz="5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500" u="none" strike="noStrike">
                          <a:effectLst/>
                        </a:rPr>
                        <a:t>M2200</a:t>
                      </a:r>
                      <a:endParaRPr lang="en-US" sz="5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500" u="none" strike="noStrike">
                          <a:effectLst/>
                        </a:rPr>
                        <a:t>서보 동작 시작</a:t>
                      </a:r>
                      <a:endParaRPr lang="ko-KR" altLang="en-US" sz="5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500" u="none" strike="noStrike">
                          <a:effectLst/>
                        </a:rPr>
                        <a:t>M532</a:t>
                      </a:r>
                      <a:endParaRPr lang="en-US" sz="5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500" u="none" strike="noStrike">
                          <a:effectLst/>
                        </a:rPr>
                        <a:t>3,2 </a:t>
                      </a:r>
                      <a:r>
                        <a:rPr lang="ko-KR" altLang="en-US" sz="500" u="none" strike="noStrike">
                          <a:effectLst/>
                        </a:rPr>
                        <a:t>넣기 버튼</a:t>
                      </a:r>
                      <a:endParaRPr lang="ko-KR" altLang="en-US" sz="5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500" u="none" strike="noStrike">
                          <a:effectLst/>
                        </a:rPr>
                        <a:t>M2400</a:t>
                      </a:r>
                      <a:endParaRPr lang="en-US" sz="5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500" u="none" strike="noStrike">
                          <a:effectLst/>
                        </a:rPr>
                        <a:t>zp</a:t>
                      </a:r>
                      <a:r>
                        <a:rPr lang="ko-KR" altLang="en-US" sz="500" u="none" strike="noStrike">
                          <a:effectLst/>
                        </a:rPr>
                        <a:t>창고 판별 정상 작동</a:t>
                      </a:r>
                      <a:endParaRPr lang="ko-KR" altLang="en-US" sz="5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500" u="none" strike="noStrike">
                          <a:effectLst/>
                        </a:rPr>
                        <a:t>M800</a:t>
                      </a:r>
                      <a:endParaRPr lang="en-US" sz="5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500" u="none" strike="noStrike">
                          <a:effectLst/>
                        </a:rPr>
                        <a:t>임시 </a:t>
                      </a:r>
                      <a:r>
                        <a:rPr lang="en-US" altLang="ko-KR" sz="500" u="none" strike="noStrike">
                          <a:effectLst/>
                        </a:rPr>
                        <a:t>7</a:t>
                      </a:r>
                      <a:r>
                        <a:rPr lang="ko-KR" altLang="en-US" sz="500" u="none" strike="noStrike">
                          <a:effectLst/>
                        </a:rPr>
                        <a:t>개이상임</a:t>
                      </a:r>
                      <a:endParaRPr lang="ko-KR" altLang="en-US" sz="5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500" u="none" strike="noStrike">
                          <a:effectLst/>
                        </a:rPr>
                        <a:t>M3030</a:t>
                      </a:r>
                      <a:endParaRPr lang="en-US" sz="5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500" u="none" strike="noStrike">
                          <a:effectLst/>
                        </a:rPr>
                        <a:t>컨베이어</a:t>
                      </a:r>
                      <a:r>
                        <a:rPr lang="en-US" sz="500" u="none" strike="noStrike">
                          <a:effectLst/>
                        </a:rPr>
                        <a:t>ON</a:t>
                      </a:r>
                      <a:endParaRPr lang="en-US" sz="5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500" u="none" strike="noStrike">
                          <a:effectLst/>
                        </a:rPr>
                        <a:t>M1006</a:t>
                      </a:r>
                      <a:endParaRPr lang="en-US" sz="5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500" u="none" strike="noStrike">
                          <a:effectLst/>
                        </a:rPr>
                        <a:t>비상해제</a:t>
                      </a:r>
                      <a:endParaRPr lang="ko-KR" altLang="en-US" sz="5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500" u="none" strike="noStrike">
                          <a:effectLst/>
                        </a:rPr>
                        <a:t>M3155</a:t>
                      </a:r>
                      <a:endParaRPr lang="en-US" sz="5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500" u="none" strike="noStrike">
                          <a:effectLst/>
                        </a:rPr>
                        <a:t>비금속 존재 뺴기</a:t>
                      </a:r>
                      <a:endParaRPr lang="ko-KR" altLang="en-US" sz="5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extLst>
                  <a:ext uri="{0D108BD9-81ED-4DB2-BD59-A6C34878D82A}">
                    <a16:rowId xmlns:a16="http://schemas.microsoft.com/office/drawing/2014/main" val="2116597942"/>
                  </a:ext>
                </a:extLst>
              </a:tr>
              <a:tr h="270493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500" u="none" strike="noStrike">
                          <a:effectLst/>
                        </a:rPr>
                        <a:t>M41</a:t>
                      </a:r>
                      <a:endParaRPr lang="en-US" sz="5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500" u="none" strike="noStrike">
                          <a:effectLst/>
                        </a:rPr>
                        <a:t>수동조작</a:t>
                      </a:r>
                      <a:r>
                        <a:rPr lang="en-US" sz="500" u="none" strike="noStrike">
                          <a:effectLst/>
                        </a:rPr>
                        <a:t>RST</a:t>
                      </a:r>
                      <a:endParaRPr lang="en-US" sz="5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500" u="none" strike="noStrike">
                          <a:effectLst/>
                        </a:rPr>
                        <a:t>M2022</a:t>
                      </a:r>
                      <a:endParaRPr lang="en-US" sz="5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500" u="none" strike="noStrike">
                          <a:effectLst/>
                        </a:rPr>
                        <a:t>컨베</a:t>
                      </a:r>
                      <a:r>
                        <a:rPr lang="en-US" sz="500" u="none" strike="noStrike">
                          <a:effectLst/>
                        </a:rPr>
                        <a:t>ON(</a:t>
                      </a:r>
                      <a:r>
                        <a:rPr lang="ko-KR" altLang="en-US" sz="500" u="none" strike="noStrike">
                          <a:effectLst/>
                        </a:rPr>
                        <a:t>가공끝</a:t>
                      </a:r>
                      <a:r>
                        <a:rPr lang="en-US" altLang="ko-KR" sz="500" u="none" strike="noStrike">
                          <a:effectLst/>
                        </a:rPr>
                        <a:t>)</a:t>
                      </a:r>
                      <a:endParaRPr lang="en-US" altLang="ko-KR" sz="5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500" u="none" strike="noStrike">
                          <a:effectLst/>
                        </a:rPr>
                        <a:t>M98</a:t>
                      </a:r>
                      <a:endParaRPr lang="en-US" sz="5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500" u="none" strike="noStrike">
                          <a:effectLst/>
                        </a:rPr>
                        <a:t>흡착실</a:t>
                      </a:r>
                      <a:r>
                        <a:rPr lang="en-US" altLang="ko-KR" sz="500" u="none" strike="noStrike">
                          <a:effectLst/>
                        </a:rPr>
                        <a:t>-</a:t>
                      </a:r>
                      <a:endParaRPr lang="en-US" altLang="ko-KR" sz="5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500" u="none" strike="noStrike">
                          <a:effectLst/>
                        </a:rPr>
                        <a:t>M2201</a:t>
                      </a:r>
                      <a:endParaRPr lang="en-US" sz="5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500" u="none" strike="noStrike">
                          <a:effectLst/>
                        </a:rPr>
                        <a:t>흡착</a:t>
                      </a:r>
                      <a:r>
                        <a:rPr lang="en-US" sz="500" u="none" strike="noStrike">
                          <a:effectLst/>
                        </a:rPr>
                        <a:t>ON (</a:t>
                      </a:r>
                      <a:r>
                        <a:rPr lang="ko-KR" altLang="en-US" sz="500" u="none" strike="noStrike">
                          <a:effectLst/>
                        </a:rPr>
                        <a:t>서보</a:t>
                      </a:r>
                      <a:r>
                        <a:rPr lang="en-US" altLang="ko-KR" sz="500" u="none" strike="noStrike">
                          <a:effectLst/>
                        </a:rPr>
                        <a:t>)</a:t>
                      </a:r>
                      <a:endParaRPr lang="en-US" altLang="ko-KR" sz="5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500" u="none" strike="noStrike">
                          <a:effectLst/>
                        </a:rPr>
                        <a:t>M533</a:t>
                      </a:r>
                      <a:endParaRPr lang="en-US" sz="5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500" u="none" strike="noStrike">
                          <a:effectLst/>
                        </a:rPr>
                        <a:t>3,1 </a:t>
                      </a:r>
                      <a:r>
                        <a:rPr lang="ko-KR" altLang="en-US" sz="500" u="none" strike="noStrike">
                          <a:effectLst/>
                        </a:rPr>
                        <a:t>램프</a:t>
                      </a:r>
                      <a:endParaRPr lang="ko-KR" altLang="en-US" sz="5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500" u="none" strike="noStrike">
                          <a:effectLst/>
                        </a:rPr>
                        <a:t>M2401</a:t>
                      </a:r>
                      <a:endParaRPr lang="en-US" sz="5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500" u="none" strike="noStrike">
                          <a:effectLst/>
                        </a:rPr>
                        <a:t>zp</a:t>
                      </a:r>
                      <a:r>
                        <a:rPr lang="ko-KR" altLang="en-US" sz="500" u="none" strike="noStrike">
                          <a:effectLst/>
                        </a:rPr>
                        <a:t>창고 판별 비정상</a:t>
                      </a:r>
                      <a:endParaRPr lang="ko-KR" altLang="en-US" sz="5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500" u="none" strike="noStrike">
                          <a:effectLst/>
                        </a:rPr>
                        <a:t>M810</a:t>
                      </a:r>
                      <a:endParaRPr lang="en-US" sz="5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500" u="none" strike="noStrike">
                          <a:effectLst/>
                        </a:rPr>
                        <a:t>소재 수동 빼기</a:t>
                      </a:r>
                      <a:endParaRPr lang="ko-KR" altLang="en-US" sz="5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500" u="none" strike="noStrike">
                          <a:effectLst/>
                        </a:rPr>
                        <a:t>M3031</a:t>
                      </a:r>
                      <a:endParaRPr lang="en-US" sz="5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500" u="none" strike="noStrike">
                          <a:effectLst/>
                        </a:rPr>
                        <a:t>버리기끝</a:t>
                      </a:r>
                      <a:endParaRPr lang="ko-KR" altLang="en-US" sz="5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500" u="none" strike="noStrike">
                          <a:effectLst/>
                        </a:rPr>
                        <a:t>M1007</a:t>
                      </a:r>
                      <a:endParaRPr lang="en-US" sz="5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500" u="none" strike="noStrike">
                          <a:effectLst/>
                        </a:rPr>
                        <a:t>비상램프</a:t>
                      </a:r>
                      <a:endParaRPr lang="ko-KR" altLang="en-US" sz="5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500" u="none" strike="noStrike">
                          <a:effectLst/>
                        </a:rPr>
                        <a:t>M3158</a:t>
                      </a:r>
                      <a:endParaRPr lang="en-US" sz="5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500" u="none" strike="noStrike">
                          <a:effectLst/>
                        </a:rPr>
                        <a:t>비금 리셋</a:t>
                      </a:r>
                      <a:endParaRPr lang="ko-KR" altLang="en-US" sz="5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extLst>
                  <a:ext uri="{0D108BD9-81ED-4DB2-BD59-A6C34878D82A}">
                    <a16:rowId xmlns:a16="http://schemas.microsoft.com/office/drawing/2014/main" val="937084991"/>
                  </a:ext>
                </a:extLst>
              </a:tr>
              <a:tr h="233608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500" u="none" strike="noStrike">
                          <a:effectLst/>
                        </a:rPr>
                        <a:t>M44</a:t>
                      </a:r>
                      <a:endParaRPr lang="en-US" sz="5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500" u="none" strike="noStrike">
                          <a:effectLst/>
                        </a:rPr>
                        <a:t>컨베</a:t>
                      </a:r>
                      <a:r>
                        <a:rPr lang="en-US" sz="500" u="none" strike="noStrike">
                          <a:effectLst/>
                        </a:rPr>
                        <a:t>off</a:t>
                      </a:r>
                      <a:endParaRPr lang="en-US" sz="5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500" u="none" strike="noStrike">
                          <a:effectLst/>
                        </a:rPr>
                        <a:t>M2029</a:t>
                      </a:r>
                      <a:endParaRPr lang="en-US" sz="5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500" u="none" strike="noStrike">
                          <a:effectLst/>
                        </a:rPr>
                        <a:t>물체 존재</a:t>
                      </a:r>
                      <a:endParaRPr lang="ko-KR" altLang="en-US" sz="5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500" u="none" strike="noStrike">
                          <a:effectLst/>
                        </a:rPr>
                        <a:t>M100</a:t>
                      </a:r>
                      <a:endParaRPr lang="en-US" sz="5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500" u="none" strike="noStrike">
                          <a:effectLst/>
                        </a:rPr>
                        <a:t>빼기시작</a:t>
                      </a:r>
                      <a:endParaRPr lang="ko-KR" altLang="en-US" sz="5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500" u="none" strike="noStrike">
                          <a:effectLst/>
                        </a:rPr>
                        <a:t>M2202</a:t>
                      </a:r>
                      <a:endParaRPr lang="en-US" sz="5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500" u="none" strike="noStrike">
                          <a:effectLst/>
                        </a:rPr>
                        <a:t>흡착대기</a:t>
                      </a:r>
                      <a:endParaRPr lang="ko-KR" altLang="en-US" sz="5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500" u="none" strike="noStrike">
                          <a:effectLst/>
                        </a:rPr>
                        <a:t>M534</a:t>
                      </a:r>
                      <a:endParaRPr lang="en-US" sz="5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500" u="none" strike="noStrike">
                          <a:effectLst/>
                        </a:rPr>
                        <a:t>3,2 </a:t>
                      </a:r>
                      <a:r>
                        <a:rPr lang="ko-KR" altLang="en-US" sz="500" u="none" strike="noStrike">
                          <a:effectLst/>
                        </a:rPr>
                        <a:t>램프</a:t>
                      </a:r>
                      <a:endParaRPr lang="ko-KR" altLang="en-US" sz="5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500" u="none" strike="noStrike">
                          <a:effectLst/>
                        </a:rPr>
                        <a:t>M2402</a:t>
                      </a:r>
                      <a:endParaRPr lang="en-US" sz="5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500" u="none" strike="noStrike">
                          <a:effectLst/>
                        </a:rPr>
                        <a:t>zp</a:t>
                      </a:r>
                      <a:r>
                        <a:rPr lang="ko-KR" altLang="en-US" sz="500" u="none" strike="noStrike">
                          <a:effectLst/>
                        </a:rPr>
                        <a:t>창고판별 데이터 저장</a:t>
                      </a:r>
                      <a:endParaRPr lang="ko-KR" altLang="en-US" sz="5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500" u="none" strike="noStrike">
                          <a:effectLst/>
                        </a:rPr>
                        <a:t>M811</a:t>
                      </a:r>
                      <a:endParaRPr lang="en-US" sz="5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500" u="none" strike="noStrike">
                          <a:effectLst/>
                        </a:rPr>
                        <a:t>1,1 </a:t>
                      </a:r>
                      <a:r>
                        <a:rPr lang="ko-KR" altLang="en-US" sz="500" u="none" strike="noStrike">
                          <a:effectLst/>
                        </a:rPr>
                        <a:t>뺴기 램프 설정</a:t>
                      </a:r>
                      <a:endParaRPr lang="ko-KR" altLang="en-US" sz="5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500" u="none" strike="noStrike">
                          <a:effectLst/>
                        </a:rPr>
                        <a:t>M3036</a:t>
                      </a:r>
                      <a:endParaRPr lang="en-US" sz="5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500" u="none" strike="noStrike">
                          <a:effectLst/>
                        </a:rPr>
                        <a:t>수동빼기 복귀</a:t>
                      </a:r>
                      <a:r>
                        <a:rPr lang="en-US" altLang="ko-KR" sz="500" u="none" strike="noStrike">
                          <a:effectLst/>
                        </a:rPr>
                        <a:t>set</a:t>
                      </a:r>
                      <a:endParaRPr lang="en-US" altLang="ko-KR" sz="5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500" u="none" strike="noStrike">
                          <a:effectLst/>
                        </a:rPr>
                        <a:t>M1011</a:t>
                      </a:r>
                      <a:endParaRPr lang="en-US" sz="5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500" u="none" strike="noStrike">
                          <a:effectLst/>
                        </a:rPr>
                        <a:t>동작가능 램프</a:t>
                      </a:r>
                      <a:endParaRPr lang="ko-KR" altLang="en-US" sz="5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500" u="none" strike="noStrike">
                          <a:effectLst/>
                        </a:rPr>
                        <a:t>M3159</a:t>
                      </a:r>
                      <a:endParaRPr lang="en-US" sz="5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500" u="none" strike="noStrike">
                          <a:effectLst/>
                        </a:rPr>
                        <a:t>total</a:t>
                      </a:r>
                      <a:r>
                        <a:rPr lang="ko-KR" altLang="en-US" sz="500" u="none" strike="noStrike">
                          <a:effectLst/>
                        </a:rPr>
                        <a:t>리셋</a:t>
                      </a:r>
                      <a:endParaRPr lang="ko-KR" altLang="en-US" sz="5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extLst>
                  <a:ext uri="{0D108BD9-81ED-4DB2-BD59-A6C34878D82A}">
                    <a16:rowId xmlns:a16="http://schemas.microsoft.com/office/drawing/2014/main" val="479406453"/>
                  </a:ext>
                </a:extLst>
              </a:tr>
              <a:tr h="184427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500" u="none" strike="noStrike">
                          <a:effectLst/>
                        </a:rPr>
                        <a:t>M45</a:t>
                      </a:r>
                      <a:endParaRPr lang="en-US" sz="5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500" u="none" strike="noStrike">
                          <a:effectLst/>
                        </a:rPr>
                        <a:t>비상정지컨베드릴</a:t>
                      </a:r>
                      <a:endParaRPr lang="ko-KR" altLang="en-US" sz="5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500" u="none" strike="noStrike">
                          <a:effectLst/>
                        </a:rPr>
                        <a:t>M2030</a:t>
                      </a:r>
                      <a:endParaRPr lang="en-US" sz="5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500" u="none" strike="noStrike">
                          <a:effectLst/>
                        </a:rPr>
                        <a:t>비금속</a:t>
                      </a:r>
                      <a:endParaRPr lang="ko-KR" altLang="en-US" sz="5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500" u="none" strike="noStrike">
                          <a:effectLst/>
                        </a:rPr>
                        <a:t>M101</a:t>
                      </a:r>
                      <a:endParaRPr lang="en-US" sz="5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500" u="none" strike="noStrike">
                          <a:effectLst/>
                        </a:rPr>
                        <a:t>뺴기</a:t>
                      </a:r>
                      <a:r>
                        <a:rPr lang="en-US" altLang="ko-KR" sz="500" u="none" strike="noStrike">
                          <a:effectLst/>
                        </a:rPr>
                        <a:t>2</a:t>
                      </a:r>
                      <a:endParaRPr lang="en-US" altLang="ko-KR" sz="5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500" u="none" strike="noStrike">
                          <a:effectLst/>
                        </a:rPr>
                        <a:t>M2203</a:t>
                      </a:r>
                      <a:endParaRPr lang="en-US" sz="5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500" u="none" strike="noStrike">
                          <a:effectLst/>
                        </a:rPr>
                        <a:t>2</a:t>
                      </a:r>
                      <a:endParaRPr lang="en-US" altLang="ko-KR" sz="5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500" u="none" strike="noStrike">
                          <a:effectLst/>
                        </a:rPr>
                        <a:t>M610</a:t>
                      </a:r>
                      <a:endParaRPr lang="en-US" sz="5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500" u="none" strike="noStrike">
                          <a:effectLst/>
                        </a:rPr>
                        <a:t>소재 수동 넣기</a:t>
                      </a:r>
                      <a:endParaRPr lang="ko-KR" altLang="en-US" sz="5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500" u="none" strike="noStrike">
                          <a:effectLst/>
                        </a:rPr>
                        <a:t>M2410</a:t>
                      </a:r>
                      <a:endParaRPr lang="en-US" sz="5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500" u="none" strike="noStrike">
                          <a:effectLst/>
                        </a:rPr>
                        <a:t>창고</a:t>
                      </a:r>
                      <a:r>
                        <a:rPr lang="en-US" altLang="ko-KR" sz="500" u="none" strike="noStrike">
                          <a:effectLst/>
                        </a:rPr>
                        <a:t>+ </a:t>
                      </a:r>
                      <a:r>
                        <a:rPr lang="ko-KR" altLang="en-US" sz="500" u="none" strike="noStrike">
                          <a:effectLst/>
                        </a:rPr>
                        <a:t>창고적제</a:t>
                      </a:r>
                      <a:endParaRPr lang="ko-KR" altLang="en-US" sz="5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500" u="none" strike="noStrike">
                          <a:effectLst/>
                        </a:rPr>
                        <a:t>M812</a:t>
                      </a:r>
                      <a:endParaRPr lang="en-US" sz="5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500" u="none" strike="noStrike">
                          <a:effectLst/>
                        </a:rPr>
                        <a:t>1,2</a:t>
                      </a:r>
                      <a:r>
                        <a:rPr lang="ko-KR" altLang="en-US" sz="500" u="none" strike="noStrike">
                          <a:effectLst/>
                        </a:rPr>
                        <a:t>뺴기 램프 설정</a:t>
                      </a:r>
                      <a:endParaRPr lang="ko-KR" altLang="en-US" sz="5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500" u="none" strike="noStrike">
                          <a:effectLst/>
                        </a:rPr>
                        <a:t>M3038</a:t>
                      </a:r>
                      <a:endParaRPr lang="en-US" sz="5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500" u="none" strike="noStrike">
                          <a:effectLst/>
                        </a:rPr>
                        <a:t>수동뺴기</a:t>
                      </a:r>
                      <a:r>
                        <a:rPr lang="en-US" sz="500" u="none" strike="noStrike">
                          <a:effectLst/>
                        </a:rPr>
                        <a:t>RST</a:t>
                      </a:r>
                      <a:endParaRPr lang="en-US" sz="5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500" u="none" strike="noStrike">
                          <a:effectLst/>
                        </a:rPr>
                        <a:t>M1013</a:t>
                      </a:r>
                      <a:endParaRPr lang="en-US" sz="5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500" u="none" strike="noStrike">
                          <a:effectLst/>
                        </a:rPr>
                        <a:t>가공횟수증가버튼</a:t>
                      </a:r>
                      <a:endParaRPr lang="ko-KR" altLang="en-US" sz="5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500" u="none" strike="noStrike">
                          <a:effectLst/>
                        </a:rPr>
                        <a:t>M3200</a:t>
                      </a:r>
                      <a:endParaRPr lang="en-US" sz="5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500" u="none" strike="noStrike">
                          <a:effectLst/>
                        </a:rPr>
                        <a:t>금속 뺴기</a:t>
                      </a:r>
                      <a:endParaRPr lang="ko-KR" altLang="en-US" sz="5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extLst>
                  <a:ext uri="{0D108BD9-81ED-4DB2-BD59-A6C34878D82A}">
                    <a16:rowId xmlns:a16="http://schemas.microsoft.com/office/drawing/2014/main" val="36916836"/>
                  </a:ext>
                </a:extLst>
              </a:tr>
              <a:tr h="20287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500" u="none" strike="noStrike">
                          <a:effectLst/>
                        </a:rPr>
                        <a:t>M46</a:t>
                      </a:r>
                      <a:endParaRPr lang="en-US" sz="5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500" u="none" strike="noStrike">
                          <a:effectLst/>
                        </a:rPr>
                        <a:t>비상정지램프</a:t>
                      </a:r>
                      <a:endParaRPr lang="ko-KR" altLang="en-US" sz="5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500" u="none" strike="noStrike">
                          <a:effectLst/>
                        </a:rPr>
                        <a:t>M2032</a:t>
                      </a:r>
                      <a:endParaRPr lang="en-US" sz="5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500" u="none" strike="noStrike">
                          <a:effectLst/>
                        </a:rPr>
                        <a:t>비금속 버리기시작</a:t>
                      </a:r>
                      <a:endParaRPr lang="ko-KR" altLang="en-US" sz="5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500" u="none" strike="noStrike">
                          <a:effectLst/>
                        </a:rPr>
                        <a:t>M110</a:t>
                      </a:r>
                      <a:endParaRPr lang="en-US" sz="5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500" u="none" strike="noStrike">
                          <a:effectLst/>
                        </a:rPr>
                        <a:t>순차뺴기시작</a:t>
                      </a:r>
                      <a:endParaRPr lang="ko-KR" altLang="en-US" sz="5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500" u="none" strike="noStrike">
                          <a:effectLst/>
                        </a:rPr>
                        <a:t>M2204</a:t>
                      </a:r>
                      <a:endParaRPr lang="en-US" sz="5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500" u="none" strike="noStrike">
                          <a:effectLst/>
                        </a:rPr>
                        <a:t>흡착실</a:t>
                      </a:r>
                      <a:r>
                        <a:rPr lang="en-US" altLang="ko-KR" sz="500" u="none" strike="noStrike">
                          <a:effectLst/>
                        </a:rPr>
                        <a:t>+(</a:t>
                      </a:r>
                      <a:r>
                        <a:rPr lang="ko-KR" altLang="en-US" sz="500" u="none" strike="noStrike">
                          <a:effectLst/>
                        </a:rPr>
                        <a:t>서보</a:t>
                      </a:r>
                      <a:r>
                        <a:rPr lang="en-US" altLang="ko-KR" sz="500" u="none" strike="noStrike">
                          <a:effectLst/>
                        </a:rPr>
                        <a:t>)</a:t>
                      </a:r>
                      <a:endParaRPr lang="en-US" altLang="ko-KR" sz="5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500" u="none" strike="noStrike">
                          <a:effectLst/>
                        </a:rPr>
                        <a:t>M611</a:t>
                      </a:r>
                      <a:endParaRPr lang="en-US" sz="5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500" u="none" strike="noStrike">
                          <a:effectLst/>
                        </a:rPr>
                        <a:t>1,1 </a:t>
                      </a:r>
                      <a:r>
                        <a:rPr lang="ko-KR" altLang="en-US" sz="500" u="none" strike="noStrike">
                          <a:effectLst/>
                        </a:rPr>
                        <a:t>램프 설정</a:t>
                      </a:r>
                      <a:endParaRPr lang="ko-KR" altLang="en-US" sz="5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500" u="none" strike="noStrike">
                          <a:effectLst/>
                        </a:rPr>
                        <a:t>M3010</a:t>
                      </a:r>
                      <a:endParaRPr lang="en-US" sz="5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500" u="none" strike="noStrike">
                          <a:effectLst/>
                        </a:rPr>
                        <a:t>수동 빼기</a:t>
                      </a:r>
                      <a:endParaRPr lang="ko-KR" altLang="en-US" sz="5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500" u="none" strike="noStrike">
                          <a:effectLst/>
                        </a:rPr>
                        <a:t>M819</a:t>
                      </a:r>
                      <a:endParaRPr lang="en-US" sz="5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500" u="none" strike="noStrike">
                          <a:effectLst/>
                        </a:rPr>
                        <a:t>빼기램프 </a:t>
                      </a:r>
                      <a:r>
                        <a:rPr lang="en-US" sz="500" u="none" strike="noStrike">
                          <a:effectLst/>
                        </a:rPr>
                        <a:t>RST</a:t>
                      </a:r>
                      <a:endParaRPr lang="en-US" sz="5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500" u="none" strike="noStrike">
                          <a:effectLst/>
                        </a:rPr>
                        <a:t>M3039</a:t>
                      </a:r>
                      <a:endParaRPr lang="en-US" sz="5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500" u="none" strike="noStrike">
                          <a:effectLst/>
                        </a:rPr>
                        <a:t>수동뺴기완전</a:t>
                      </a:r>
                      <a:r>
                        <a:rPr lang="en-US" altLang="ko-KR" sz="500" u="none" strike="noStrike">
                          <a:effectLst/>
                        </a:rPr>
                        <a:t>RST</a:t>
                      </a:r>
                      <a:endParaRPr lang="en-US" altLang="ko-KR" sz="5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500" u="none" strike="noStrike">
                          <a:effectLst/>
                        </a:rPr>
                        <a:t>M1014</a:t>
                      </a:r>
                      <a:endParaRPr lang="en-US" sz="5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500" u="none" strike="noStrike">
                          <a:effectLst/>
                        </a:rPr>
                        <a:t>가공감소버튼</a:t>
                      </a:r>
                      <a:endParaRPr lang="ko-KR" altLang="en-US" sz="5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500" u="none" strike="noStrike">
                          <a:effectLst/>
                        </a:rPr>
                        <a:t>M3201</a:t>
                      </a:r>
                      <a:endParaRPr lang="en-US" sz="5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500" u="none" strike="noStrike">
                          <a:effectLst/>
                        </a:rPr>
                        <a:t>금속뺴기 시작</a:t>
                      </a:r>
                      <a:endParaRPr lang="ko-KR" altLang="en-US" sz="5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extLst>
                  <a:ext uri="{0D108BD9-81ED-4DB2-BD59-A6C34878D82A}">
                    <a16:rowId xmlns:a16="http://schemas.microsoft.com/office/drawing/2014/main" val="2696677880"/>
                  </a:ext>
                </a:extLst>
              </a:tr>
              <a:tr h="20287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500" u="none" strike="noStrike">
                          <a:effectLst/>
                        </a:rPr>
                        <a:t>M47</a:t>
                      </a:r>
                      <a:endParaRPr lang="en-US" sz="5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500" u="none" strike="noStrike">
                          <a:effectLst/>
                        </a:rPr>
                        <a:t>공급멈춤</a:t>
                      </a:r>
                      <a:endParaRPr lang="ko-KR" altLang="en-US" sz="5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500" u="none" strike="noStrike" dirty="0">
                          <a:effectLst/>
                        </a:rPr>
                        <a:t>M2033</a:t>
                      </a:r>
                      <a:endParaRPr lang="en-US" sz="500" b="1" i="0" u="none" strike="noStrike" dirty="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500" u="none" strike="noStrike">
                          <a:effectLst/>
                        </a:rPr>
                        <a:t>비금속 버리기 완료</a:t>
                      </a:r>
                      <a:endParaRPr lang="ko-KR" altLang="en-US" sz="5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500" u="none" strike="noStrike">
                          <a:effectLst/>
                        </a:rPr>
                        <a:t>M111</a:t>
                      </a:r>
                      <a:endParaRPr lang="en-US" sz="5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500" u="none" strike="noStrike">
                          <a:effectLst/>
                        </a:rPr>
                        <a:t>순차</a:t>
                      </a:r>
                      <a:r>
                        <a:rPr lang="en-US" altLang="ko-KR" sz="500" u="none" strike="noStrike">
                          <a:effectLst/>
                        </a:rPr>
                        <a:t>2</a:t>
                      </a:r>
                      <a:endParaRPr lang="en-US" altLang="ko-KR" sz="5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500" u="none" strike="noStrike">
                          <a:effectLst/>
                        </a:rPr>
                        <a:t>M2205</a:t>
                      </a:r>
                      <a:endParaRPr lang="en-US" sz="5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500" u="none" strike="noStrike">
                          <a:effectLst/>
                        </a:rPr>
                        <a:t>실린더전진완료대기</a:t>
                      </a:r>
                      <a:endParaRPr lang="ko-KR" altLang="en-US" sz="5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500" u="none" strike="noStrike">
                          <a:effectLst/>
                        </a:rPr>
                        <a:t>M612</a:t>
                      </a:r>
                      <a:endParaRPr lang="en-US" sz="5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500" u="none" strike="noStrike">
                          <a:effectLst/>
                        </a:rPr>
                        <a:t>1,2 </a:t>
                      </a:r>
                      <a:r>
                        <a:rPr lang="ko-KR" altLang="en-US" sz="500" u="none" strike="noStrike">
                          <a:effectLst/>
                        </a:rPr>
                        <a:t>램프 설정</a:t>
                      </a:r>
                      <a:endParaRPr lang="ko-KR" altLang="en-US" sz="5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500" u="none" strike="noStrike">
                          <a:effectLst/>
                        </a:rPr>
                        <a:t>M3011</a:t>
                      </a:r>
                      <a:endParaRPr lang="en-US" sz="5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500" u="none" strike="noStrike">
                          <a:effectLst/>
                        </a:rPr>
                        <a:t>수동빼기값전달완</a:t>
                      </a:r>
                      <a:endParaRPr lang="ko-KR" altLang="en-US" sz="5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500" u="none" strike="noStrike">
                          <a:effectLst/>
                        </a:rPr>
                        <a:t>M820</a:t>
                      </a:r>
                      <a:endParaRPr lang="en-US" sz="5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500" u="none" strike="noStrike">
                          <a:effectLst/>
                        </a:rPr>
                        <a:t>2,1 </a:t>
                      </a:r>
                      <a:r>
                        <a:rPr lang="ko-KR" altLang="en-US" sz="500" u="none" strike="noStrike">
                          <a:effectLst/>
                        </a:rPr>
                        <a:t>뺴기 램프 설정</a:t>
                      </a:r>
                      <a:endParaRPr lang="ko-KR" altLang="en-US" sz="5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500" u="none" strike="noStrike">
                          <a:effectLst/>
                        </a:rPr>
                        <a:t>M3040</a:t>
                      </a:r>
                      <a:endParaRPr lang="en-US" sz="5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500" u="none" strike="noStrike">
                          <a:effectLst/>
                        </a:rPr>
                        <a:t>완료</a:t>
                      </a:r>
                      <a:endParaRPr lang="ko-KR" altLang="en-US" sz="5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500" u="none" strike="noStrike">
                          <a:effectLst/>
                        </a:rPr>
                        <a:t>M1020</a:t>
                      </a:r>
                      <a:endParaRPr lang="en-US" sz="5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500" u="none" strike="noStrike">
                          <a:effectLst/>
                        </a:rPr>
                        <a:t>에러리셋버튼</a:t>
                      </a:r>
                      <a:endParaRPr lang="ko-KR" altLang="en-US" sz="5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500" u="none" strike="noStrike">
                          <a:effectLst/>
                        </a:rPr>
                        <a:t>M3205</a:t>
                      </a:r>
                      <a:endParaRPr lang="en-US" sz="5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500" u="none" strike="noStrike">
                          <a:effectLst/>
                        </a:rPr>
                        <a:t>금속 존재 뺴기</a:t>
                      </a:r>
                      <a:endParaRPr lang="ko-KR" altLang="en-US" sz="5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extLst>
                  <a:ext uri="{0D108BD9-81ED-4DB2-BD59-A6C34878D82A}">
                    <a16:rowId xmlns:a16="http://schemas.microsoft.com/office/drawing/2014/main" val="1415964101"/>
                  </a:ext>
                </a:extLst>
              </a:tr>
              <a:tr h="276641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500" u="none" strike="noStrike">
                          <a:effectLst/>
                        </a:rPr>
                        <a:t>M48</a:t>
                      </a:r>
                      <a:endParaRPr lang="en-US" sz="5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500" u="none" strike="noStrike">
                          <a:effectLst/>
                        </a:rPr>
                        <a:t>가공멈춤</a:t>
                      </a:r>
                      <a:endParaRPr lang="ko-KR" altLang="en-US" sz="5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500" u="none" strike="noStrike">
                          <a:effectLst/>
                        </a:rPr>
                        <a:t>M2034</a:t>
                      </a:r>
                      <a:endParaRPr lang="en-US" sz="5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500" u="none" strike="noStrike">
                          <a:effectLst/>
                        </a:rPr>
                        <a:t>컨베</a:t>
                      </a:r>
                      <a:r>
                        <a:rPr lang="en-US" altLang="ko-KR" sz="500" u="none" strike="noStrike">
                          <a:effectLst/>
                        </a:rPr>
                        <a:t>OFF(</a:t>
                      </a:r>
                      <a:r>
                        <a:rPr lang="ko-KR" altLang="en-US" sz="500" u="none" strike="noStrike">
                          <a:effectLst/>
                        </a:rPr>
                        <a:t>비금 버리기 완</a:t>
                      </a:r>
                      <a:r>
                        <a:rPr lang="en-US" altLang="ko-KR" sz="500" u="none" strike="noStrike">
                          <a:effectLst/>
                        </a:rPr>
                        <a:t>)</a:t>
                      </a:r>
                      <a:endParaRPr lang="en-US" altLang="ko-KR" sz="5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500" u="none" strike="noStrike">
                          <a:effectLst/>
                        </a:rPr>
                        <a:t>M198</a:t>
                      </a:r>
                      <a:endParaRPr lang="en-US" sz="5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500" u="none" strike="noStrike">
                          <a:effectLst/>
                        </a:rPr>
                        <a:t>내부</a:t>
                      </a:r>
                      <a:r>
                        <a:rPr lang="en-US" sz="500" u="none" strike="noStrike">
                          <a:effectLst/>
                        </a:rPr>
                        <a:t>rst</a:t>
                      </a:r>
                      <a:endParaRPr lang="en-US" sz="5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500" u="none" strike="noStrike">
                          <a:effectLst/>
                        </a:rPr>
                        <a:t>M2206</a:t>
                      </a:r>
                      <a:endParaRPr lang="en-US" sz="5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500" u="none" strike="noStrike">
                          <a:effectLst/>
                        </a:rPr>
                        <a:t>M</a:t>
                      </a:r>
                      <a:r>
                        <a:rPr lang="ko-KR" altLang="en-US" sz="500" u="none" strike="noStrike">
                          <a:effectLst/>
                        </a:rPr>
                        <a:t>내려가기딜레이</a:t>
                      </a:r>
                      <a:endParaRPr lang="ko-KR" altLang="en-US" sz="5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500" u="none" strike="noStrike">
                          <a:effectLst/>
                        </a:rPr>
                        <a:t>M619</a:t>
                      </a:r>
                      <a:endParaRPr lang="en-US" sz="5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500" u="none" strike="noStrike">
                          <a:effectLst/>
                        </a:rPr>
                        <a:t>넣기 램프 </a:t>
                      </a:r>
                      <a:r>
                        <a:rPr lang="en-US" sz="500" u="none" strike="noStrike">
                          <a:effectLst/>
                        </a:rPr>
                        <a:t>RST</a:t>
                      </a:r>
                      <a:endParaRPr lang="en-US" sz="5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500" u="none" strike="noStrike">
                          <a:effectLst/>
                        </a:rPr>
                        <a:t>M3012</a:t>
                      </a:r>
                      <a:endParaRPr lang="en-US" sz="5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500" u="none" strike="noStrike">
                          <a:effectLst/>
                        </a:rPr>
                        <a:t>살짝대기</a:t>
                      </a:r>
                      <a:endParaRPr lang="ko-KR" altLang="en-US" sz="5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500" u="none" strike="noStrike">
                          <a:effectLst/>
                        </a:rPr>
                        <a:t>M821</a:t>
                      </a:r>
                      <a:endParaRPr lang="en-US" sz="5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500" u="none" strike="noStrike">
                          <a:effectLst/>
                        </a:rPr>
                        <a:t>2,2 </a:t>
                      </a:r>
                      <a:r>
                        <a:rPr lang="ko-KR" altLang="en-US" sz="500" u="none" strike="noStrike">
                          <a:effectLst/>
                        </a:rPr>
                        <a:t>뺴기 램프 설정</a:t>
                      </a:r>
                      <a:endParaRPr lang="ko-KR" altLang="en-US" sz="5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500" u="none" strike="noStrike">
                          <a:effectLst/>
                        </a:rPr>
                        <a:t>M3045</a:t>
                      </a:r>
                      <a:endParaRPr lang="en-US" sz="5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500" u="none" strike="noStrike">
                          <a:effectLst/>
                        </a:rPr>
                        <a:t>창고</a:t>
                      </a:r>
                      <a:r>
                        <a:rPr lang="en-US" altLang="ko-KR" sz="500" u="none" strike="noStrike">
                          <a:effectLst/>
                        </a:rPr>
                        <a:t>+-(</a:t>
                      </a:r>
                      <a:r>
                        <a:rPr lang="ko-KR" altLang="en-US" sz="500" u="none" strike="noStrike">
                          <a:effectLst/>
                        </a:rPr>
                        <a:t>빼기</a:t>
                      </a:r>
                      <a:r>
                        <a:rPr lang="en-US" altLang="ko-KR" sz="500" u="none" strike="noStrike">
                          <a:effectLst/>
                        </a:rPr>
                        <a:t>)</a:t>
                      </a:r>
                      <a:endParaRPr lang="en-US" altLang="ko-KR" sz="5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500" u="none" strike="noStrike">
                          <a:effectLst/>
                        </a:rPr>
                        <a:t>M1021</a:t>
                      </a:r>
                      <a:endParaRPr lang="en-US" sz="5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500" u="none" strike="noStrike">
                          <a:effectLst/>
                        </a:rPr>
                        <a:t>값 초기화 버튼</a:t>
                      </a:r>
                      <a:endParaRPr lang="ko-KR" altLang="en-US" sz="5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500" u="none" strike="noStrike">
                          <a:effectLst/>
                        </a:rPr>
                        <a:t>M3248</a:t>
                      </a:r>
                      <a:endParaRPr lang="en-US" sz="5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500" u="none" strike="noStrike">
                          <a:effectLst/>
                        </a:rPr>
                        <a:t>금속 리셋</a:t>
                      </a:r>
                      <a:endParaRPr lang="ko-KR" altLang="en-US" sz="5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extLst>
                  <a:ext uri="{0D108BD9-81ED-4DB2-BD59-A6C34878D82A}">
                    <a16:rowId xmlns:a16="http://schemas.microsoft.com/office/drawing/2014/main" val="2497301001"/>
                  </a:ext>
                </a:extLst>
              </a:tr>
              <a:tr h="27269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500" u="none" strike="noStrike">
                          <a:effectLst/>
                        </a:rPr>
                        <a:t>M49</a:t>
                      </a:r>
                      <a:endParaRPr lang="en-US" sz="5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500" u="none" strike="noStrike">
                          <a:effectLst/>
                        </a:rPr>
                        <a:t>드릴멈춤</a:t>
                      </a:r>
                      <a:endParaRPr lang="ko-KR" altLang="en-US" sz="5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500" u="none" strike="noStrike">
                          <a:effectLst/>
                        </a:rPr>
                        <a:t>M2040</a:t>
                      </a:r>
                      <a:endParaRPr lang="en-US" sz="5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500" u="none" strike="noStrike">
                          <a:effectLst/>
                        </a:rPr>
                        <a:t>스토퍼</a:t>
                      </a:r>
                      <a:r>
                        <a:rPr lang="en-US" altLang="ko-KR" sz="500" u="none" strike="noStrike">
                          <a:effectLst/>
                        </a:rPr>
                        <a:t>+(</a:t>
                      </a:r>
                      <a:r>
                        <a:rPr lang="ko-KR" altLang="en-US" sz="500" u="none" strike="noStrike">
                          <a:effectLst/>
                        </a:rPr>
                        <a:t>비금속</a:t>
                      </a:r>
                      <a:r>
                        <a:rPr lang="en-US" altLang="ko-KR" sz="500" u="none" strike="noStrike">
                          <a:effectLst/>
                        </a:rPr>
                        <a:t>)</a:t>
                      </a:r>
                      <a:endParaRPr lang="en-US" altLang="ko-KR" sz="5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500" u="none" strike="noStrike">
                          <a:effectLst/>
                        </a:rPr>
                        <a:t>M199</a:t>
                      </a:r>
                      <a:endParaRPr lang="en-US" sz="5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500" u="none" strike="noStrike">
                          <a:effectLst/>
                        </a:rPr>
                        <a:t>전체리셋</a:t>
                      </a:r>
                      <a:endParaRPr lang="ko-KR" altLang="en-US" sz="5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500" u="none" strike="noStrike">
                          <a:effectLst/>
                        </a:rPr>
                        <a:t>M2207</a:t>
                      </a:r>
                      <a:endParaRPr lang="en-US" sz="5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500" u="none" strike="noStrike">
                          <a:effectLst/>
                        </a:rPr>
                        <a:t>흡착</a:t>
                      </a:r>
                      <a:r>
                        <a:rPr lang="en-US" sz="500" u="none" strike="noStrike">
                          <a:effectLst/>
                        </a:rPr>
                        <a:t>OFF</a:t>
                      </a:r>
                      <a:endParaRPr lang="en-US" sz="5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500" u="none" strike="noStrike">
                          <a:effectLst/>
                        </a:rPr>
                        <a:t>M621</a:t>
                      </a:r>
                      <a:endParaRPr lang="en-US" sz="5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500" u="none" strike="noStrike">
                          <a:effectLst/>
                        </a:rPr>
                        <a:t>2,1 </a:t>
                      </a:r>
                      <a:r>
                        <a:rPr lang="ko-KR" altLang="en-US" sz="500" u="none" strike="noStrike">
                          <a:effectLst/>
                        </a:rPr>
                        <a:t>램프 설정</a:t>
                      </a:r>
                      <a:endParaRPr lang="ko-KR" altLang="en-US" sz="5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500" u="none" strike="noStrike">
                          <a:effectLst/>
                        </a:rPr>
                        <a:t>M3013</a:t>
                      </a:r>
                      <a:endParaRPr lang="en-US" sz="5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500" u="none" strike="noStrike">
                          <a:effectLst/>
                        </a:rPr>
                        <a:t>2</a:t>
                      </a:r>
                      <a:endParaRPr lang="en-US" altLang="ko-KR" sz="5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500" u="none" strike="noStrike">
                          <a:effectLst/>
                        </a:rPr>
                        <a:t>M831</a:t>
                      </a:r>
                      <a:endParaRPr lang="en-US" sz="5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500" u="none" strike="noStrike">
                          <a:effectLst/>
                        </a:rPr>
                        <a:t>3,1 </a:t>
                      </a:r>
                      <a:r>
                        <a:rPr lang="ko-KR" altLang="en-US" sz="500" u="none" strike="noStrike">
                          <a:effectLst/>
                        </a:rPr>
                        <a:t>뺴기 램프 설정</a:t>
                      </a:r>
                      <a:endParaRPr lang="ko-KR" altLang="en-US" sz="5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500" u="none" strike="noStrike">
                          <a:effectLst/>
                        </a:rPr>
                        <a:t>M3048</a:t>
                      </a:r>
                      <a:endParaRPr lang="en-US" sz="5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500" u="none" strike="noStrike">
                          <a:effectLst/>
                        </a:rPr>
                        <a:t>자동뺴기</a:t>
                      </a:r>
                      <a:r>
                        <a:rPr lang="en-US" sz="500" u="none" strike="noStrike">
                          <a:effectLst/>
                        </a:rPr>
                        <a:t>rst</a:t>
                      </a:r>
                      <a:endParaRPr lang="en-US" sz="5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500" u="none" strike="noStrike">
                          <a:effectLst/>
                        </a:rPr>
                        <a:t>M1100</a:t>
                      </a:r>
                      <a:endParaRPr lang="en-US" sz="5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500" u="none" strike="noStrike">
                          <a:effectLst/>
                        </a:rPr>
                        <a:t>원점복귀완료여부</a:t>
                      </a:r>
                      <a:endParaRPr lang="ko-KR" altLang="en-US" sz="5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500" u="none" strike="noStrike">
                          <a:effectLst/>
                        </a:rPr>
                        <a:t>M3249</a:t>
                      </a:r>
                      <a:endParaRPr lang="en-US" sz="5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500" u="none" strike="noStrike">
                          <a:effectLst/>
                        </a:rPr>
                        <a:t>total</a:t>
                      </a:r>
                      <a:r>
                        <a:rPr lang="ko-KR" altLang="en-US" sz="500" u="none" strike="noStrike">
                          <a:effectLst/>
                        </a:rPr>
                        <a:t>리셋</a:t>
                      </a:r>
                      <a:endParaRPr lang="ko-KR" altLang="en-US" sz="5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extLst>
                  <a:ext uri="{0D108BD9-81ED-4DB2-BD59-A6C34878D82A}">
                    <a16:rowId xmlns:a16="http://schemas.microsoft.com/office/drawing/2014/main" val="3782279490"/>
                  </a:ext>
                </a:extLst>
              </a:tr>
              <a:tr h="188373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500" u="none" strike="noStrike">
                          <a:effectLst/>
                        </a:rPr>
                        <a:t>M50</a:t>
                      </a:r>
                      <a:endParaRPr lang="en-US" sz="5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500" u="none" strike="noStrike">
                          <a:effectLst/>
                        </a:rPr>
                        <a:t>분배멈춤</a:t>
                      </a:r>
                      <a:endParaRPr lang="ko-KR" altLang="en-US" sz="5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500" u="none" strike="noStrike">
                          <a:effectLst/>
                        </a:rPr>
                        <a:t>M2041</a:t>
                      </a:r>
                      <a:endParaRPr lang="en-US" sz="5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500" u="none" strike="noStrike">
                          <a:effectLst/>
                        </a:rPr>
                        <a:t>창고</a:t>
                      </a:r>
                      <a:r>
                        <a:rPr lang="en-US" altLang="ko-KR" sz="500" u="none" strike="noStrike">
                          <a:effectLst/>
                        </a:rPr>
                        <a:t>+(</a:t>
                      </a:r>
                      <a:r>
                        <a:rPr lang="ko-KR" altLang="en-US" sz="500" u="none" strike="noStrike">
                          <a:effectLst/>
                        </a:rPr>
                        <a:t>비금속</a:t>
                      </a:r>
                      <a:r>
                        <a:rPr lang="en-US" altLang="ko-KR" sz="500" u="none" strike="noStrike">
                          <a:effectLst/>
                        </a:rPr>
                        <a:t>)</a:t>
                      </a:r>
                      <a:endParaRPr lang="en-US" altLang="ko-KR" sz="5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500" u="none" strike="noStrike">
                          <a:effectLst/>
                        </a:rPr>
                        <a:t>M510</a:t>
                      </a:r>
                      <a:endParaRPr lang="en-US" sz="5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500" u="none" strike="noStrike">
                          <a:effectLst/>
                        </a:rPr>
                        <a:t>수동조작</a:t>
                      </a:r>
                      <a:r>
                        <a:rPr lang="en-US" sz="500" u="none" strike="noStrike">
                          <a:effectLst/>
                        </a:rPr>
                        <a:t>BIT</a:t>
                      </a:r>
                      <a:endParaRPr lang="en-US" sz="5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500" u="none" strike="noStrike">
                          <a:effectLst/>
                        </a:rPr>
                        <a:t>M2208</a:t>
                      </a:r>
                      <a:endParaRPr lang="en-US" sz="5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500" u="none" strike="noStrike">
                          <a:effectLst/>
                        </a:rPr>
                        <a:t>M</a:t>
                      </a:r>
                      <a:r>
                        <a:rPr lang="ko-KR" altLang="en-US" sz="500" u="none" strike="noStrike">
                          <a:effectLst/>
                        </a:rPr>
                        <a:t>올라가기딜레이</a:t>
                      </a:r>
                      <a:endParaRPr lang="ko-KR" altLang="en-US" sz="5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500" u="none" strike="noStrike">
                          <a:effectLst/>
                        </a:rPr>
                        <a:t>M622</a:t>
                      </a:r>
                      <a:endParaRPr lang="en-US" sz="5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500" u="none" strike="noStrike">
                          <a:effectLst/>
                        </a:rPr>
                        <a:t>2,2 </a:t>
                      </a:r>
                      <a:r>
                        <a:rPr lang="ko-KR" altLang="en-US" sz="500" u="none" strike="noStrike">
                          <a:effectLst/>
                        </a:rPr>
                        <a:t>램프설정</a:t>
                      </a:r>
                      <a:endParaRPr lang="ko-KR" altLang="en-US" sz="5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500" u="none" strike="noStrike">
                          <a:effectLst/>
                        </a:rPr>
                        <a:t>M3015</a:t>
                      </a:r>
                      <a:endParaRPr lang="en-US" sz="5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500" u="none" strike="noStrike">
                          <a:effectLst/>
                        </a:rPr>
                        <a:t>흡착실</a:t>
                      </a:r>
                      <a:r>
                        <a:rPr lang="en-US" altLang="ko-KR" sz="500" u="none" strike="noStrike">
                          <a:effectLst/>
                        </a:rPr>
                        <a:t>+ (</a:t>
                      </a:r>
                      <a:r>
                        <a:rPr lang="ko-KR" altLang="en-US" sz="500" u="none" strike="noStrike">
                          <a:effectLst/>
                        </a:rPr>
                        <a:t>빼기</a:t>
                      </a:r>
                      <a:r>
                        <a:rPr lang="en-US" altLang="ko-KR" sz="500" u="none" strike="noStrike">
                          <a:effectLst/>
                        </a:rPr>
                        <a:t>)</a:t>
                      </a:r>
                      <a:endParaRPr lang="en-US" altLang="ko-KR" sz="5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500" u="none" strike="noStrike">
                          <a:effectLst/>
                        </a:rPr>
                        <a:t>M832</a:t>
                      </a:r>
                      <a:endParaRPr lang="en-US" sz="5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500" u="none" strike="noStrike">
                          <a:effectLst/>
                        </a:rPr>
                        <a:t>3,2 </a:t>
                      </a:r>
                      <a:r>
                        <a:rPr lang="ko-KR" altLang="en-US" sz="500" u="none" strike="noStrike">
                          <a:effectLst/>
                        </a:rPr>
                        <a:t>뺴기 램프 설정</a:t>
                      </a:r>
                      <a:endParaRPr lang="ko-KR" altLang="en-US" sz="5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500" u="none" strike="noStrike">
                          <a:effectLst/>
                        </a:rPr>
                        <a:t>M3049</a:t>
                      </a:r>
                      <a:endParaRPr lang="en-US" sz="5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500" u="none" strike="noStrike">
                          <a:effectLst/>
                        </a:rPr>
                        <a:t>자동완전뺴기</a:t>
                      </a:r>
                      <a:r>
                        <a:rPr lang="en-US" altLang="ko-KR" sz="500" u="none" strike="noStrike">
                          <a:effectLst/>
                        </a:rPr>
                        <a:t>RST</a:t>
                      </a:r>
                      <a:endParaRPr lang="en-US" altLang="ko-KR" sz="5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500" u="none" strike="noStrike">
                          <a:effectLst/>
                        </a:rPr>
                        <a:t>M1101</a:t>
                      </a:r>
                      <a:endParaRPr lang="en-US" sz="5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500" u="none" strike="noStrike">
                          <a:effectLst/>
                        </a:rPr>
                        <a:t>원점복귀오류여부</a:t>
                      </a:r>
                      <a:endParaRPr lang="ko-KR" altLang="en-US" sz="5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500" u="none" strike="noStrike">
                          <a:effectLst/>
                        </a:rPr>
                        <a:t>M3299</a:t>
                      </a:r>
                      <a:endParaRPr lang="en-US" sz="5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500" u="none" strike="noStrike">
                          <a:effectLst/>
                        </a:rPr>
                        <a:t>빼기 전체 시작</a:t>
                      </a:r>
                      <a:r>
                        <a:rPr lang="en-US" altLang="ko-KR" sz="500" u="none" strike="noStrike">
                          <a:effectLst/>
                        </a:rPr>
                        <a:t>(</a:t>
                      </a:r>
                      <a:r>
                        <a:rPr lang="ko-KR" altLang="en-US" sz="500" u="none" strike="noStrike">
                          <a:effectLst/>
                        </a:rPr>
                        <a:t>인터락</a:t>
                      </a:r>
                      <a:r>
                        <a:rPr lang="en-US" altLang="ko-KR" sz="500" u="none" strike="noStrike">
                          <a:effectLst/>
                        </a:rPr>
                        <a:t>)</a:t>
                      </a:r>
                      <a:endParaRPr lang="en-US" altLang="ko-KR" sz="5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extLst>
                  <a:ext uri="{0D108BD9-81ED-4DB2-BD59-A6C34878D82A}">
                    <a16:rowId xmlns:a16="http://schemas.microsoft.com/office/drawing/2014/main" val="1821564562"/>
                  </a:ext>
                </a:extLst>
              </a:tr>
              <a:tr h="25205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500" u="none" strike="noStrike">
                          <a:effectLst/>
                        </a:rPr>
                        <a:t>M51</a:t>
                      </a:r>
                      <a:endParaRPr lang="en-US" sz="5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500" u="none" strike="noStrike">
                          <a:effectLst/>
                        </a:rPr>
                        <a:t>배출</a:t>
                      </a:r>
                      <a:r>
                        <a:rPr lang="en-US" altLang="ko-KR" sz="500" u="none" strike="noStrike">
                          <a:effectLst/>
                        </a:rPr>
                        <a:t>+</a:t>
                      </a:r>
                      <a:endParaRPr lang="en-US" altLang="ko-KR" sz="5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500" u="none" strike="noStrike">
                          <a:effectLst/>
                        </a:rPr>
                        <a:t>M2042</a:t>
                      </a:r>
                      <a:endParaRPr lang="en-US" sz="5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500" u="none" strike="noStrike">
                          <a:effectLst/>
                        </a:rPr>
                        <a:t>컨베</a:t>
                      </a:r>
                      <a:r>
                        <a:rPr lang="en-US" sz="500" u="none" strike="noStrike">
                          <a:effectLst/>
                        </a:rPr>
                        <a:t>OFF(</a:t>
                      </a:r>
                      <a:r>
                        <a:rPr lang="ko-KR" altLang="en-US" sz="500" u="none" strike="noStrike">
                          <a:effectLst/>
                        </a:rPr>
                        <a:t>비금속</a:t>
                      </a:r>
                      <a:r>
                        <a:rPr lang="en-US" altLang="ko-KR" sz="500" u="none" strike="noStrike">
                          <a:effectLst/>
                        </a:rPr>
                        <a:t>)</a:t>
                      </a:r>
                      <a:endParaRPr lang="en-US" altLang="ko-KR" sz="5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500" u="none" strike="noStrike">
                          <a:effectLst/>
                        </a:rPr>
                        <a:t>M511</a:t>
                      </a:r>
                      <a:endParaRPr lang="en-US" sz="5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500" u="none" strike="noStrike">
                          <a:effectLst/>
                        </a:rPr>
                        <a:t>1,1 </a:t>
                      </a:r>
                      <a:r>
                        <a:rPr lang="ko-KR" altLang="en-US" sz="500" u="none" strike="noStrike">
                          <a:effectLst/>
                        </a:rPr>
                        <a:t>버튼 넣기</a:t>
                      </a:r>
                      <a:endParaRPr lang="ko-KR" altLang="en-US" sz="5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500" u="none" strike="noStrike">
                          <a:effectLst/>
                        </a:rPr>
                        <a:t>M2209</a:t>
                      </a:r>
                      <a:endParaRPr lang="en-US" sz="5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500" u="none" strike="noStrike">
                          <a:effectLst/>
                        </a:rPr>
                        <a:t>흡착실</a:t>
                      </a:r>
                      <a:r>
                        <a:rPr lang="en-US" altLang="ko-KR" sz="500" u="none" strike="noStrike">
                          <a:effectLst/>
                        </a:rPr>
                        <a:t>-</a:t>
                      </a:r>
                      <a:endParaRPr lang="en-US" altLang="ko-KR" sz="5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500" u="none" strike="noStrike">
                          <a:effectLst/>
                        </a:rPr>
                        <a:t>M631</a:t>
                      </a:r>
                      <a:endParaRPr lang="en-US" sz="5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500" u="none" strike="noStrike">
                          <a:effectLst/>
                        </a:rPr>
                        <a:t>3,1 </a:t>
                      </a:r>
                      <a:r>
                        <a:rPr lang="ko-KR" altLang="en-US" sz="500" u="none" strike="noStrike">
                          <a:effectLst/>
                        </a:rPr>
                        <a:t>램프설정</a:t>
                      </a:r>
                      <a:endParaRPr lang="ko-KR" altLang="en-US" sz="5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500" u="none" strike="noStrike">
                          <a:effectLst/>
                        </a:rPr>
                        <a:t>M3016</a:t>
                      </a:r>
                      <a:endParaRPr lang="en-US" sz="5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500" u="none" strike="noStrike">
                          <a:effectLst/>
                        </a:rPr>
                        <a:t>실린더전진완료대기</a:t>
                      </a:r>
                      <a:endParaRPr lang="ko-KR" altLang="en-US" sz="5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500" u="none" strike="noStrike">
                          <a:effectLst/>
                        </a:rPr>
                        <a:t>M950</a:t>
                      </a:r>
                      <a:endParaRPr lang="en-US" sz="5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500" u="none" strike="noStrike">
                          <a:effectLst/>
                        </a:rPr>
                        <a:t>연결</a:t>
                      </a:r>
                      <a:endParaRPr lang="ko-KR" altLang="en-US" sz="5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500" u="none" strike="noStrike">
                          <a:effectLst/>
                        </a:rPr>
                        <a:t>M3050</a:t>
                      </a:r>
                      <a:endParaRPr lang="en-US" sz="5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500" u="none" strike="noStrike">
                          <a:effectLst/>
                        </a:rPr>
                        <a:t>고원복 뺴기</a:t>
                      </a:r>
                      <a:r>
                        <a:rPr lang="en-US" altLang="ko-KR" sz="500" u="none" strike="noStrike">
                          <a:effectLst/>
                        </a:rPr>
                        <a:t>1</a:t>
                      </a:r>
                      <a:endParaRPr lang="en-US" altLang="ko-KR" sz="5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500" u="none" strike="noStrike">
                          <a:effectLst/>
                        </a:rPr>
                        <a:t>M1200</a:t>
                      </a:r>
                      <a:endParaRPr lang="en-US" sz="5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500" u="none" strike="noStrike">
                          <a:effectLst/>
                        </a:rPr>
                        <a:t>고속완료여부</a:t>
                      </a:r>
                      <a:endParaRPr lang="ko-KR" altLang="en-US" sz="5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500" u="none" strike="noStrike">
                          <a:effectLst/>
                        </a:rPr>
                        <a:t>M3300</a:t>
                      </a:r>
                      <a:endParaRPr lang="en-US" sz="5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500" u="none" strike="noStrike">
                          <a:effectLst/>
                        </a:rPr>
                        <a:t>M</a:t>
                      </a:r>
                      <a:r>
                        <a:rPr lang="ko-KR" altLang="en-US" sz="500" u="none" strike="noStrike">
                          <a:effectLst/>
                        </a:rPr>
                        <a:t>뺴기 위치이동 정상상태</a:t>
                      </a:r>
                      <a:endParaRPr lang="ko-KR" altLang="en-US" sz="5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5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50" marR="3650" marT="3650" marB="0" anchor="ctr"/>
                </a:tc>
                <a:extLst>
                  <a:ext uri="{0D108BD9-81ED-4DB2-BD59-A6C34878D82A}">
                    <a16:rowId xmlns:a16="http://schemas.microsoft.com/office/drawing/2014/main" val="2690831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139470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A917B26B-9EB6-418B-805D-AC6F0E5EE7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2474980"/>
              </p:ext>
            </p:extLst>
          </p:nvPr>
        </p:nvGraphicFramePr>
        <p:xfrm>
          <a:off x="2867042" y="1522768"/>
          <a:ext cx="3632818" cy="4992323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453066">
                  <a:extLst>
                    <a:ext uri="{9D8B030D-6E8A-4147-A177-3AD203B41FA5}">
                      <a16:colId xmlns:a16="http://schemas.microsoft.com/office/drawing/2014/main" val="748604399"/>
                    </a:ext>
                  </a:extLst>
                </a:gridCol>
                <a:gridCol w="1357569">
                  <a:extLst>
                    <a:ext uri="{9D8B030D-6E8A-4147-A177-3AD203B41FA5}">
                      <a16:colId xmlns:a16="http://schemas.microsoft.com/office/drawing/2014/main" val="888475390"/>
                    </a:ext>
                  </a:extLst>
                </a:gridCol>
                <a:gridCol w="466341">
                  <a:extLst>
                    <a:ext uri="{9D8B030D-6E8A-4147-A177-3AD203B41FA5}">
                      <a16:colId xmlns:a16="http://schemas.microsoft.com/office/drawing/2014/main" val="1908724231"/>
                    </a:ext>
                  </a:extLst>
                </a:gridCol>
                <a:gridCol w="1355842">
                  <a:extLst>
                    <a:ext uri="{9D8B030D-6E8A-4147-A177-3AD203B41FA5}">
                      <a16:colId xmlns:a16="http://schemas.microsoft.com/office/drawing/2014/main" val="2628181732"/>
                    </a:ext>
                  </a:extLst>
                </a:gridCol>
              </a:tblGrid>
              <a:tr h="318398">
                <a:tc>
                  <a:txBody>
                    <a:bodyPr/>
                    <a:lstStyle/>
                    <a:p>
                      <a:pPr rtl="0"/>
                      <a:r>
                        <a:rPr lang="en-US" sz="800">
                          <a:effectLst/>
                        </a:rPr>
                        <a:t>Device Name</a:t>
                      </a:r>
                      <a:endParaRPr lang="en-US" sz="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8621" marR="38621" marT="25748" marB="25748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800">
                          <a:effectLst/>
                        </a:rPr>
                        <a:t>Comment</a:t>
                      </a:r>
                      <a:endParaRPr lang="en-US" sz="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8621" marR="38621" marT="25748" marB="25748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800">
                          <a:effectLst/>
                        </a:rPr>
                        <a:t>Device Name</a:t>
                      </a:r>
                      <a:endParaRPr lang="en-US" sz="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8621" marR="38621" marT="25748" marB="25748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800">
                          <a:effectLst/>
                        </a:rPr>
                        <a:t>Comment</a:t>
                      </a:r>
                      <a:endParaRPr lang="en-US" sz="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8621" marR="38621" marT="25748" marB="25748" anchor="ctr"/>
                </a:tc>
                <a:extLst>
                  <a:ext uri="{0D108BD9-81ED-4DB2-BD59-A6C34878D82A}">
                    <a16:rowId xmlns:a16="http://schemas.microsoft.com/office/drawing/2014/main" val="4162114666"/>
                  </a:ext>
                </a:extLst>
              </a:tr>
              <a:tr h="186957">
                <a:tc>
                  <a:txBody>
                    <a:bodyPr/>
                    <a:lstStyle/>
                    <a:p>
                      <a:pPr rtl="0"/>
                      <a:r>
                        <a:rPr lang="en-US" sz="800">
                          <a:effectLst/>
                        </a:rPr>
                        <a:t>T0</a:t>
                      </a:r>
                      <a:endParaRPr lang="en-US" sz="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8621" marR="38621" marT="25748" marB="25748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800">
                          <a:effectLst/>
                        </a:rPr>
                        <a:t>공급대기</a:t>
                      </a:r>
                      <a:endParaRPr lang="ko-KR" altLang="en-US" sz="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8621" marR="38621" marT="25748" marB="25748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800">
                          <a:effectLst/>
                        </a:rPr>
                        <a:t>T229</a:t>
                      </a:r>
                      <a:endParaRPr lang="en-US" sz="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8621" marR="38621" marT="25748" marB="25748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800">
                          <a:effectLst/>
                        </a:rPr>
                        <a:t>흡착</a:t>
                      </a:r>
                      <a:r>
                        <a:rPr lang="en-US" altLang="ko-KR" sz="800">
                          <a:effectLst/>
                        </a:rPr>
                        <a:t>- </a:t>
                      </a:r>
                      <a:r>
                        <a:rPr lang="ko-KR" altLang="en-US" sz="800">
                          <a:effectLst/>
                        </a:rPr>
                        <a:t>딜레이</a:t>
                      </a:r>
                      <a:endParaRPr lang="ko-KR" altLang="en-US" sz="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8621" marR="38621" marT="25748" marB="25748" anchor="ctr"/>
                </a:tc>
                <a:extLst>
                  <a:ext uri="{0D108BD9-81ED-4DB2-BD59-A6C34878D82A}">
                    <a16:rowId xmlns:a16="http://schemas.microsoft.com/office/drawing/2014/main" val="4123735409"/>
                  </a:ext>
                </a:extLst>
              </a:tr>
              <a:tr h="186957">
                <a:tc>
                  <a:txBody>
                    <a:bodyPr/>
                    <a:lstStyle/>
                    <a:p>
                      <a:pPr rtl="0"/>
                      <a:r>
                        <a:rPr lang="en-US" sz="800">
                          <a:effectLst/>
                        </a:rPr>
                        <a:t>T1</a:t>
                      </a:r>
                      <a:endParaRPr lang="en-US" sz="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8621" marR="38621" marT="25748" marB="25748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800">
                          <a:effectLst/>
                        </a:rPr>
                        <a:t>처음 원점으로</a:t>
                      </a:r>
                      <a:endParaRPr lang="ko-KR" altLang="en-US" sz="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8621" marR="38621" marT="25748" marB="25748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800">
                          <a:effectLst/>
                        </a:rPr>
                        <a:t>T230</a:t>
                      </a:r>
                      <a:endParaRPr lang="en-US" sz="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8621" marR="38621" marT="25748" marB="25748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800">
                          <a:effectLst/>
                        </a:rPr>
                        <a:t>후진완료 딜레이</a:t>
                      </a:r>
                      <a:endParaRPr lang="ko-KR" altLang="en-US" sz="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8621" marR="38621" marT="25748" marB="25748" anchor="ctr"/>
                </a:tc>
                <a:extLst>
                  <a:ext uri="{0D108BD9-81ED-4DB2-BD59-A6C34878D82A}">
                    <a16:rowId xmlns:a16="http://schemas.microsoft.com/office/drawing/2014/main" val="348233933"/>
                  </a:ext>
                </a:extLst>
              </a:tr>
              <a:tr h="186957">
                <a:tc>
                  <a:txBody>
                    <a:bodyPr/>
                    <a:lstStyle/>
                    <a:p>
                      <a:pPr rtl="0"/>
                      <a:r>
                        <a:rPr lang="en-US" sz="800">
                          <a:effectLst/>
                        </a:rPr>
                        <a:t>T20</a:t>
                      </a:r>
                      <a:endParaRPr lang="en-US" sz="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8621" marR="38621" marT="25748" marB="25748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800" dirty="0">
                          <a:effectLst/>
                        </a:rPr>
                        <a:t>소재판별</a:t>
                      </a:r>
                      <a:endParaRPr lang="ko-KR" altLang="en-US" sz="8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8621" marR="38621" marT="25748" marB="25748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800">
                          <a:effectLst/>
                        </a:rPr>
                        <a:t>T301</a:t>
                      </a:r>
                      <a:endParaRPr lang="en-US" sz="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8621" marR="38621" marT="25748" marB="25748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800">
                          <a:effectLst/>
                        </a:rPr>
                        <a:t>수동빼기 시작 딜레이</a:t>
                      </a:r>
                      <a:endParaRPr lang="ko-KR" altLang="en-US" sz="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8621" marR="38621" marT="25748" marB="25748" anchor="ctr"/>
                </a:tc>
                <a:extLst>
                  <a:ext uri="{0D108BD9-81ED-4DB2-BD59-A6C34878D82A}">
                    <a16:rowId xmlns:a16="http://schemas.microsoft.com/office/drawing/2014/main" val="2639162783"/>
                  </a:ext>
                </a:extLst>
              </a:tr>
              <a:tr h="186957">
                <a:tc>
                  <a:txBody>
                    <a:bodyPr/>
                    <a:lstStyle/>
                    <a:p>
                      <a:pPr rtl="0"/>
                      <a:r>
                        <a:rPr lang="en-US" sz="800">
                          <a:effectLst/>
                        </a:rPr>
                        <a:t>T22</a:t>
                      </a:r>
                      <a:endParaRPr lang="en-US" sz="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8621" marR="38621" marT="25748" marB="25748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800" dirty="0" err="1">
                          <a:effectLst/>
                        </a:rPr>
                        <a:t>살짝올라가기</a:t>
                      </a:r>
                      <a:endParaRPr lang="ko-KR" altLang="en-US" sz="8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8621" marR="38621" marT="25748" marB="25748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800">
                          <a:effectLst/>
                        </a:rPr>
                        <a:t>T302</a:t>
                      </a:r>
                      <a:endParaRPr lang="en-US" sz="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8621" marR="38621" marT="25748" marB="25748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800">
                          <a:effectLst/>
                        </a:rPr>
                        <a:t>자동뺴기 시작 딜레이</a:t>
                      </a:r>
                      <a:endParaRPr lang="ko-KR" altLang="en-US" sz="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8621" marR="38621" marT="25748" marB="25748" anchor="ctr"/>
                </a:tc>
                <a:extLst>
                  <a:ext uri="{0D108BD9-81ED-4DB2-BD59-A6C34878D82A}">
                    <a16:rowId xmlns:a16="http://schemas.microsoft.com/office/drawing/2014/main" val="811517215"/>
                  </a:ext>
                </a:extLst>
              </a:tr>
              <a:tr h="186957">
                <a:tc>
                  <a:txBody>
                    <a:bodyPr/>
                    <a:lstStyle/>
                    <a:p>
                      <a:pPr rtl="0"/>
                      <a:r>
                        <a:rPr lang="en-US" sz="800">
                          <a:effectLst/>
                        </a:rPr>
                        <a:t>T23</a:t>
                      </a:r>
                      <a:endParaRPr lang="en-US" sz="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8621" marR="38621" marT="25748" marB="25748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800">
                          <a:effectLst/>
                        </a:rPr>
                        <a:t>살짝 내려가기</a:t>
                      </a:r>
                      <a:endParaRPr lang="ko-KR" altLang="en-US" sz="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8621" marR="38621" marT="25748" marB="25748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800">
                          <a:effectLst/>
                        </a:rPr>
                        <a:t>T303</a:t>
                      </a:r>
                      <a:endParaRPr lang="en-US" sz="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8621" marR="38621" marT="25748" marB="25748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800">
                          <a:effectLst/>
                        </a:rPr>
                        <a:t>살짝 대기</a:t>
                      </a:r>
                      <a:endParaRPr lang="ko-KR" altLang="en-US" sz="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8621" marR="38621" marT="25748" marB="25748" anchor="ctr"/>
                </a:tc>
                <a:extLst>
                  <a:ext uri="{0D108BD9-81ED-4DB2-BD59-A6C34878D82A}">
                    <a16:rowId xmlns:a16="http://schemas.microsoft.com/office/drawing/2014/main" val="2447126521"/>
                  </a:ext>
                </a:extLst>
              </a:tr>
              <a:tr h="186957">
                <a:tc>
                  <a:txBody>
                    <a:bodyPr/>
                    <a:lstStyle/>
                    <a:p>
                      <a:pPr rtl="0"/>
                      <a:r>
                        <a:rPr lang="en-US" sz="800">
                          <a:effectLst/>
                        </a:rPr>
                        <a:t>T24</a:t>
                      </a:r>
                      <a:endParaRPr lang="en-US" sz="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8621" marR="38621" marT="25748" marB="25748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800">
                          <a:effectLst/>
                        </a:rPr>
                        <a:t>흡착</a:t>
                      </a:r>
                      <a:r>
                        <a:rPr lang="en-US" sz="800">
                          <a:effectLst/>
                        </a:rPr>
                        <a:t>OFF</a:t>
                      </a:r>
                      <a:r>
                        <a:rPr lang="ko-KR" altLang="en-US" sz="800">
                          <a:effectLst/>
                        </a:rPr>
                        <a:t>대기</a:t>
                      </a:r>
                      <a:endParaRPr lang="ko-KR" altLang="en-US" sz="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8621" marR="38621" marT="25748" marB="25748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800">
                          <a:effectLst/>
                        </a:rPr>
                        <a:t>T305</a:t>
                      </a:r>
                      <a:endParaRPr lang="en-US" sz="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8621" marR="38621" marT="25748" marB="25748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800">
                          <a:effectLst/>
                        </a:rPr>
                        <a:t>올라가기 완료 대기</a:t>
                      </a:r>
                      <a:endParaRPr lang="ko-KR" altLang="en-US" sz="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8621" marR="38621" marT="25748" marB="25748" anchor="ctr"/>
                </a:tc>
                <a:extLst>
                  <a:ext uri="{0D108BD9-81ED-4DB2-BD59-A6C34878D82A}">
                    <a16:rowId xmlns:a16="http://schemas.microsoft.com/office/drawing/2014/main" val="645254084"/>
                  </a:ext>
                </a:extLst>
              </a:tr>
              <a:tr h="186957">
                <a:tc>
                  <a:txBody>
                    <a:bodyPr/>
                    <a:lstStyle/>
                    <a:p>
                      <a:pPr rtl="0"/>
                      <a:r>
                        <a:rPr lang="en-US" sz="800">
                          <a:effectLst/>
                        </a:rPr>
                        <a:t>T25</a:t>
                      </a:r>
                      <a:endParaRPr lang="en-US" sz="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8621" marR="38621" marT="25748" marB="25748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800">
                          <a:effectLst/>
                        </a:rPr>
                        <a:t>살짝 올라가기</a:t>
                      </a:r>
                      <a:endParaRPr lang="ko-KR" altLang="en-US" sz="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8621" marR="38621" marT="25748" marB="25748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800">
                          <a:effectLst/>
                        </a:rPr>
                        <a:t>T312</a:t>
                      </a:r>
                      <a:endParaRPr lang="en-US" sz="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8621" marR="38621" marT="25748" marB="25748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800">
                          <a:effectLst/>
                        </a:rPr>
                        <a:t>흡착 </a:t>
                      </a:r>
                      <a:r>
                        <a:rPr lang="en-US" sz="800">
                          <a:effectLst/>
                        </a:rPr>
                        <a:t>ON </a:t>
                      </a:r>
                      <a:r>
                        <a:rPr lang="ko-KR" altLang="en-US" sz="800">
                          <a:effectLst/>
                        </a:rPr>
                        <a:t>대기</a:t>
                      </a:r>
                      <a:endParaRPr lang="ko-KR" altLang="en-US" sz="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8621" marR="38621" marT="25748" marB="25748" anchor="ctr"/>
                </a:tc>
                <a:extLst>
                  <a:ext uri="{0D108BD9-81ED-4DB2-BD59-A6C34878D82A}">
                    <a16:rowId xmlns:a16="http://schemas.microsoft.com/office/drawing/2014/main" val="2701276957"/>
                  </a:ext>
                </a:extLst>
              </a:tr>
              <a:tr h="186957">
                <a:tc>
                  <a:txBody>
                    <a:bodyPr/>
                    <a:lstStyle/>
                    <a:p>
                      <a:pPr rtl="0"/>
                      <a:r>
                        <a:rPr lang="en-US" sz="800">
                          <a:effectLst/>
                        </a:rPr>
                        <a:t>T26</a:t>
                      </a:r>
                      <a:endParaRPr lang="en-US" sz="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8621" marR="38621" marT="25748" marB="25748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800">
                          <a:effectLst/>
                        </a:rPr>
                        <a:t>있나대기</a:t>
                      </a:r>
                      <a:endParaRPr lang="ko-KR" altLang="en-US" sz="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8621" marR="38621" marT="25748" marB="25748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800">
                          <a:effectLst/>
                        </a:rPr>
                        <a:t>T314</a:t>
                      </a:r>
                      <a:endParaRPr lang="en-US" sz="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8621" marR="38621" marT="25748" marB="25748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800">
                          <a:effectLst/>
                        </a:rPr>
                        <a:t>올라가기 딜레이</a:t>
                      </a:r>
                      <a:endParaRPr lang="ko-KR" altLang="en-US" sz="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8621" marR="38621" marT="25748" marB="25748" anchor="ctr"/>
                </a:tc>
                <a:extLst>
                  <a:ext uri="{0D108BD9-81ED-4DB2-BD59-A6C34878D82A}">
                    <a16:rowId xmlns:a16="http://schemas.microsoft.com/office/drawing/2014/main" val="1084119351"/>
                  </a:ext>
                </a:extLst>
              </a:tr>
              <a:tr h="186957">
                <a:tc>
                  <a:txBody>
                    <a:bodyPr/>
                    <a:lstStyle/>
                    <a:p>
                      <a:pPr rtl="0"/>
                      <a:r>
                        <a:rPr lang="en-US" sz="800">
                          <a:effectLst/>
                        </a:rPr>
                        <a:t>T30</a:t>
                      </a:r>
                      <a:endParaRPr lang="en-US" sz="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8621" marR="38621" marT="25748" marB="25748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800">
                          <a:effectLst/>
                        </a:rPr>
                        <a:t>비금속컨베</a:t>
                      </a:r>
                      <a:r>
                        <a:rPr lang="en-US" altLang="ko-KR" sz="800">
                          <a:effectLst/>
                        </a:rPr>
                        <a:t>off</a:t>
                      </a:r>
                      <a:r>
                        <a:rPr lang="ko-KR" altLang="en-US" sz="800">
                          <a:effectLst/>
                        </a:rPr>
                        <a:t>대기</a:t>
                      </a:r>
                      <a:endParaRPr lang="ko-KR" altLang="en-US" sz="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8621" marR="38621" marT="25748" marB="25748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800">
                          <a:effectLst/>
                        </a:rPr>
                        <a:t>T316</a:t>
                      </a:r>
                      <a:endParaRPr lang="en-US" sz="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8621" marR="38621" marT="25748" marB="25748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800">
                          <a:effectLst/>
                        </a:rPr>
                        <a:t>흡착</a:t>
                      </a:r>
                      <a:r>
                        <a:rPr lang="en-US" altLang="ko-KR" sz="800">
                          <a:effectLst/>
                        </a:rPr>
                        <a:t>- </a:t>
                      </a:r>
                      <a:r>
                        <a:rPr lang="ko-KR" altLang="en-US" sz="800">
                          <a:effectLst/>
                        </a:rPr>
                        <a:t>딜레이</a:t>
                      </a:r>
                      <a:endParaRPr lang="ko-KR" altLang="en-US" sz="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8621" marR="38621" marT="25748" marB="25748" anchor="ctr"/>
                </a:tc>
                <a:extLst>
                  <a:ext uri="{0D108BD9-81ED-4DB2-BD59-A6C34878D82A}">
                    <a16:rowId xmlns:a16="http://schemas.microsoft.com/office/drawing/2014/main" val="408135749"/>
                  </a:ext>
                </a:extLst>
              </a:tr>
              <a:tr h="186957">
                <a:tc>
                  <a:txBody>
                    <a:bodyPr/>
                    <a:lstStyle/>
                    <a:p>
                      <a:pPr rtl="0"/>
                      <a:r>
                        <a:rPr lang="en-US" sz="800">
                          <a:effectLst/>
                        </a:rPr>
                        <a:t>T31</a:t>
                      </a:r>
                      <a:endParaRPr lang="en-US" sz="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8621" marR="38621" marT="25748" marB="25748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800">
                          <a:effectLst/>
                        </a:rPr>
                        <a:t>금속컨베</a:t>
                      </a:r>
                      <a:r>
                        <a:rPr lang="en-US" altLang="ko-KR" sz="800">
                          <a:effectLst/>
                        </a:rPr>
                        <a:t>off</a:t>
                      </a:r>
                      <a:r>
                        <a:rPr lang="ko-KR" altLang="en-US" sz="800">
                          <a:effectLst/>
                        </a:rPr>
                        <a:t>대가</a:t>
                      </a:r>
                      <a:endParaRPr lang="ko-KR" altLang="en-US" sz="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8621" marR="38621" marT="25748" marB="25748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800">
                          <a:effectLst/>
                        </a:rPr>
                        <a:t>T318</a:t>
                      </a:r>
                      <a:endParaRPr lang="en-US" sz="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8621" marR="38621" marT="25748" marB="25748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800">
                          <a:effectLst/>
                        </a:rPr>
                        <a:t>후진완료 딜레이</a:t>
                      </a:r>
                      <a:endParaRPr lang="ko-KR" altLang="en-US" sz="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8621" marR="38621" marT="25748" marB="25748" anchor="ctr"/>
                </a:tc>
                <a:extLst>
                  <a:ext uri="{0D108BD9-81ED-4DB2-BD59-A6C34878D82A}">
                    <a16:rowId xmlns:a16="http://schemas.microsoft.com/office/drawing/2014/main" val="2570602878"/>
                  </a:ext>
                </a:extLst>
              </a:tr>
              <a:tr h="186957">
                <a:tc>
                  <a:txBody>
                    <a:bodyPr/>
                    <a:lstStyle/>
                    <a:p>
                      <a:pPr rtl="0"/>
                      <a:r>
                        <a:rPr lang="en-US" sz="800">
                          <a:effectLst/>
                        </a:rPr>
                        <a:t>T40</a:t>
                      </a:r>
                      <a:endParaRPr lang="en-US" sz="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8621" marR="38621" marT="25748" marB="25748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800">
                          <a:effectLst/>
                        </a:rPr>
                        <a:t>대기</a:t>
                      </a:r>
                      <a:endParaRPr lang="ko-KR" altLang="en-US" sz="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8621" marR="38621" marT="25748" marB="25748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800">
                          <a:effectLst/>
                        </a:rPr>
                        <a:t>T319</a:t>
                      </a:r>
                      <a:endParaRPr lang="en-US" sz="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8621" marR="38621" marT="25748" marB="25748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800">
                          <a:effectLst/>
                        </a:rPr>
                        <a:t>서보이동 딜레이</a:t>
                      </a:r>
                      <a:endParaRPr lang="ko-KR" altLang="en-US" sz="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8621" marR="38621" marT="25748" marB="25748" anchor="ctr"/>
                </a:tc>
                <a:extLst>
                  <a:ext uri="{0D108BD9-81ED-4DB2-BD59-A6C34878D82A}">
                    <a16:rowId xmlns:a16="http://schemas.microsoft.com/office/drawing/2014/main" val="3348341619"/>
                  </a:ext>
                </a:extLst>
              </a:tr>
              <a:tr h="186957">
                <a:tc>
                  <a:txBody>
                    <a:bodyPr/>
                    <a:lstStyle/>
                    <a:p>
                      <a:pPr rtl="0"/>
                      <a:r>
                        <a:rPr lang="en-US" sz="800">
                          <a:effectLst/>
                        </a:rPr>
                        <a:t>T71</a:t>
                      </a:r>
                      <a:endParaRPr lang="en-US" sz="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8621" marR="38621" marT="25748" marB="25748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800">
                          <a:effectLst/>
                        </a:rPr>
                        <a:t>가공 대기 시간</a:t>
                      </a:r>
                      <a:endParaRPr lang="ko-KR" altLang="en-US" sz="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8621" marR="38621" marT="25748" marB="25748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800">
                          <a:effectLst/>
                        </a:rPr>
                        <a:t>T320</a:t>
                      </a:r>
                      <a:endParaRPr lang="en-US" sz="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8621" marR="38621" marT="25748" marB="25748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800">
                          <a:effectLst/>
                        </a:rPr>
                        <a:t>흡착</a:t>
                      </a:r>
                      <a:r>
                        <a:rPr lang="en-US" sz="800">
                          <a:effectLst/>
                        </a:rPr>
                        <a:t>off </a:t>
                      </a:r>
                      <a:r>
                        <a:rPr lang="ko-KR" altLang="en-US" sz="800">
                          <a:effectLst/>
                        </a:rPr>
                        <a:t>딜레이</a:t>
                      </a:r>
                      <a:endParaRPr lang="ko-KR" altLang="en-US" sz="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8621" marR="38621" marT="25748" marB="25748" anchor="ctr"/>
                </a:tc>
                <a:extLst>
                  <a:ext uri="{0D108BD9-81ED-4DB2-BD59-A6C34878D82A}">
                    <a16:rowId xmlns:a16="http://schemas.microsoft.com/office/drawing/2014/main" val="433883861"/>
                  </a:ext>
                </a:extLst>
              </a:tr>
              <a:tr h="186957">
                <a:tc>
                  <a:txBody>
                    <a:bodyPr/>
                    <a:lstStyle/>
                    <a:p>
                      <a:pPr rtl="0"/>
                      <a:r>
                        <a:rPr lang="en-US" sz="800">
                          <a:effectLst/>
                        </a:rPr>
                        <a:t>T99</a:t>
                      </a:r>
                      <a:endParaRPr lang="en-US" sz="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8621" marR="38621" marT="25748" marB="25748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800">
                          <a:effectLst/>
                        </a:rPr>
                        <a:t>초기화</a:t>
                      </a:r>
                      <a:endParaRPr lang="ko-KR" altLang="en-US" sz="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8621" marR="38621" marT="25748" marB="25748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800">
                          <a:effectLst/>
                        </a:rPr>
                        <a:t>T322</a:t>
                      </a:r>
                      <a:endParaRPr lang="en-US" sz="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8621" marR="38621" marT="25748" marB="25748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800">
                          <a:effectLst/>
                        </a:rPr>
                        <a:t>버리기</a:t>
                      </a:r>
                      <a:endParaRPr lang="ko-KR" altLang="en-US" sz="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8621" marR="38621" marT="25748" marB="25748" anchor="ctr"/>
                </a:tc>
                <a:extLst>
                  <a:ext uri="{0D108BD9-81ED-4DB2-BD59-A6C34878D82A}">
                    <a16:rowId xmlns:a16="http://schemas.microsoft.com/office/drawing/2014/main" val="9970986"/>
                  </a:ext>
                </a:extLst>
              </a:tr>
              <a:tr h="186957">
                <a:tc>
                  <a:txBody>
                    <a:bodyPr/>
                    <a:lstStyle/>
                    <a:p>
                      <a:pPr rtl="0"/>
                      <a:r>
                        <a:rPr lang="en-US" sz="800">
                          <a:effectLst/>
                        </a:rPr>
                        <a:t>T203</a:t>
                      </a:r>
                      <a:endParaRPr lang="en-US" sz="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8621" marR="38621" marT="25748" marB="25748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800">
                          <a:effectLst/>
                        </a:rPr>
                        <a:t>비금속 버리기 </a:t>
                      </a:r>
                      <a:r>
                        <a:rPr lang="en-US" altLang="ko-KR" sz="800">
                          <a:effectLst/>
                        </a:rPr>
                        <a:t>2</a:t>
                      </a:r>
                      <a:r>
                        <a:rPr lang="ko-KR" altLang="en-US" sz="800">
                          <a:effectLst/>
                        </a:rPr>
                        <a:t>초대기</a:t>
                      </a:r>
                      <a:endParaRPr lang="ko-KR" altLang="en-US" sz="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8621" marR="38621" marT="25748" marB="25748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800">
                          <a:effectLst/>
                        </a:rPr>
                        <a:t>T330</a:t>
                      </a:r>
                      <a:endParaRPr lang="en-US" sz="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8621" marR="38621" marT="25748" marB="25748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800">
                          <a:effectLst/>
                        </a:rPr>
                        <a:t>완전종료딜레이</a:t>
                      </a:r>
                      <a:endParaRPr lang="ko-KR" altLang="en-US" sz="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8621" marR="38621" marT="25748" marB="25748" anchor="ctr"/>
                </a:tc>
                <a:extLst>
                  <a:ext uri="{0D108BD9-81ED-4DB2-BD59-A6C34878D82A}">
                    <a16:rowId xmlns:a16="http://schemas.microsoft.com/office/drawing/2014/main" val="3781681021"/>
                  </a:ext>
                </a:extLst>
              </a:tr>
              <a:tr h="186957">
                <a:tc>
                  <a:txBody>
                    <a:bodyPr/>
                    <a:lstStyle/>
                    <a:p>
                      <a:pPr rtl="0"/>
                      <a:r>
                        <a:rPr lang="en-US" sz="800">
                          <a:effectLst/>
                        </a:rPr>
                        <a:t>T205</a:t>
                      </a:r>
                      <a:endParaRPr lang="en-US" sz="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8621" marR="38621" marT="25748" marB="25748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800">
                          <a:effectLst/>
                        </a:rPr>
                        <a:t>물체 감지 대기</a:t>
                      </a:r>
                      <a:r>
                        <a:rPr lang="en-US" altLang="ko-KR" sz="800">
                          <a:effectLst/>
                        </a:rPr>
                        <a:t>(</a:t>
                      </a:r>
                      <a:r>
                        <a:rPr lang="ko-KR" altLang="en-US" sz="800">
                          <a:effectLst/>
                        </a:rPr>
                        <a:t>금속</a:t>
                      </a:r>
                      <a:r>
                        <a:rPr lang="en-US" altLang="ko-KR" sz="800">
                          <a:effectLst/>
                        </a:rPr>
                        <a:t>)</a:t>
                      </a:r>
                      <a:endParaRPr lang="en-US" altLang="ko-KR" sz="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8621" marR="38621" marT="25748" marB="25748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800">
                          <a:effectLst/>
                        </a:rPr>
                        <a:t>T350</a:t>
                      </a:r>
                      <a:endParaRPr lang="en-US" sz="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8621" marR="38621" marT="25748" marB="25748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800">
                          <a:effectLst/>
                        </a:rPr>
                        <a:t>비금속뺴기</a:t>
                      </a:r>
                      <a:endParaRPr lang="ko-KR" altLang="en-US" sz="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8621" marR="38621" marT="25748" marB="25748" anchor="ctr"/>
                </a:tc>
                <a:extLst>
                  <a:ext uri="{0D108BD9-81ED-4DB2-BD59-A6C34878D82A}">
                    <a16:rowId xmlns:a16="http://schemas.microsoft.com/office/drawing/2014/main" val="1692491133"/>
                  </a:ext>
                </a:extLst>
              </a:tr>
              <a:tr h="186957">
                <a:tc>
                  <a:txBody>
                    <a:bodyPr/>
                    <a:lstStyle/>
                    <a:p>
                      <a:pPr rtl="0"/>
                      <a:r>
                        <a:rPr lang="en-US" sz="800">
                          <a:effectLst/>
                        </a:rPr>
                        <a:t>T206</a:t>
                      </a:r>
                      <a:endParaRPr lang="en-US" sz="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8621" marR="38621" marT="25748" marB="25748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800">
                          <a:effectLst/>
                        </a:rPr>
                        <a:t>물체 감지 대기 </a:t>
                      </a:r>
                      <a:r>
                        <a:rPr lang="en-US" altLang="ko-KR" sz="800">
                          <a:effectLst/>
                        </a:rPr>
                        <a:t>(</a:t>
                      </a:r>
                      <a:r>
                        <a:rPr lang="ko-KR" altLang="en-US" sz="800">
                          <a:effectLst/>
                        </a:rPr>
                        <a:t>비금속</a:t>
                      </a:r>
                      <a:r>
                        <a:rPr lang="en-US" altLang="ko-KR" sz="800">
                          <a:effectLst/>
                        </a:rPr>
                        <a:t>)</a:t>
                      </a:r>
                      <a:endParaRPr lang="en-US" altLang="ko-KR" sz="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8621" marR="38621" marT="25748" marB="25748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800">
                          <a:effectLst/>
                        </a:rPr>
                        <a:t>T351</a:t>
                      </a:r>
                      <a:endParaRPr lang="en-US" sz="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8621" marR="38621" marT="25748" marB="25748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800">
                          <a:effectLst/>
                        </a:rPr>
                        <a:t>금속뺴기</a:t>
                      </a:r>
                      <a:endParaRPr lang="ko-KR" altLang="en-US" sz="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8621" marR="38621" marT="25748" marB="25748" anchor="ctr"/>
                </a:tc>
                <a:extLst>
                  <a:ext uri="{0D108BD9-81ED-4DB2-BD59-A6C34878D82A}">
                    <a16:rowId xmlns:a16="http://schemas.microsoft.com/office/drawing/2014/main" val="2395635707"/>
                  </a:ext>
                </a:extLst>
              </a:tr>
              <a:tr h="186957">
                <a:tc>
                  <a:txBody>
                    <a:bodyPr/>
                    <a:lstStyle/>
                    <a:p>
                      <a:pPr rtl="0"/>
                      <a:r>
                        <a:rPr lang="en-US" sz="800">
                          <a:effectLst/>
                        </a:rPr>
                        <a:t>T213</a:t>
                      </a:r>
                      <a:endParaRPr lang="en-US" sz="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8621" marR="38621" marT="25748" marB="25748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800">
                          <a:effectLst/>
                        </a:rPr>
                        <a:t>배출타이머</a:t>
                      </a:r>
                      <a:endParaRPr lang="ko-KR" altLang="en-US" sz="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8621" marR="38621" marT="25748" marB="25748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800">
                          <a:effectLst/>
                        </a:rPr>
                        <a:t>T1500</a:t>
                      </a:r>
                      <a:endParaRPr lang="en-US" sz="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8621" marR="38621" marT="25748" marB="25748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800">
                          <a:effectLst/>
                        </a:rPr>
                        <a:t>누르기방지</a:t>
                      </a:r>
                      <a:endParaRPr lang="ko-KR" altLang="en-US" sz="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8621" marR="38621" marT="25748" marB="25748" anchor="ctr"/>
                </a:tc>
                <a:extLst>
                  <a:ext uri="{0D108BD9-81ED-4DB2-BD59-A6C34878D82A}">
                    <a16:rowId xmlns:a16="http://schemas.microsoft.com/office/drawing/2014/main" val="2089953965"/>
                  </a:ext>
                </a:extLst>
              </a:tr>
              <a:tr h="186957">
                <a:tc>
                  <a:txBody>
                    <a:bodyPr/>
                    <a:lstStyle/>
                    <a:p>
                      <a:pPr rtl="0"/>
                      <a:r>
                        <a:rPr lang="en-US" sz="800">
                          <a:effectLst/>
                        </a:rPr>
                        <a:t>T220</a:t>
                      </a:r>
                      <a:endParaRPr lang="en-US" sz="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8621" marR="38621" marT="25748" marB="25748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800">
                          <a:effectLst/>
                        </a:rPr>
                        <a:t>흡착대기</a:t>
                      </a:r>
                      <a:endParaRPr lang="ko-KR" altLang="en-US" sz="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8621" marR="38621" marT="25748" marB="25748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800">
                          <a:effectLst/>
                        </a:rPr>
                        <a:t>T2015</a:t>
                      </a:r>
                      <a:endParaRPr lang="en-US" sz="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8621" marR="38621" marT="25748" marB="25748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800">
                          <a:effectLst/>
                        </a:rPr>
                        <a:t>가공 대기 시간</a:t>
                      </a:r>
                      <a:endParaRPr lang="ko-KR" altLang="en-US" sz="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8621" marR="38621" marT="25748" marB="25748" anchor="ctr"/>
                </a:tc>
                <a:extLst>
                  <a:ext uri="{0D108BD9-81ED-4DB2-BD59-A6C34878D82A}">
                    <a16:rowId xmlns:a16="http://schemas.microsoft.com/office/drawing/2014/main" val="2988545396"/>
                  </a:ext>
                </a:extLst>
              </a:tr>
              <a:tr h="186957">
                <a:tc>
                  <a:txBody>
                    <a:bodyPr/>
                    <a:lstStyle/>
                    <a:p>
                      <a:pPr rtl="0"/>
                      <a:r>
                        <a:rPr lang="en-US" sz="800">
                          <a:effectLst/>
                        </a:rPr>
                        <a:t>T221</a:t>
                      </a:r>
                      <a:endParaRPr lang="en-US" sz="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8621" marR="38621" marT="25748" marB="25748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altLang="ko-KR" sz="800">
                          <a:effectLst/>
                        </a:rPr>
                        <a:t>zp</a:t>
                      </a:r>
                      <a:r>
                        <a:rPr lang="ko-KR" altLang="en-US" sz="800">
                          <a:effectLst/>
                        </a:rPr>
                        <a:t>클럭초기화대기</a:t>
                      </a:r>
                      <a:endParaRPr lang="ko-KR" altLang="en-US" sz="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8621" marR="38621" marT="25748" marB="25748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800">
                          <a:effectLst/>
                        </a:rPr>
                        <a:t>ST1</a:t>
                      </a:r>
                      <a:endParaRPr lang="en-US" sz="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8621" marR="38621" marT="25748" marB="25748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800">
                          <a:effectLst/>
                        </a:rPr>
                        <a:t>가공 시간</a:t>
                      </a:r>
                      <a:endParaRPr lang="ko-KR" altLang="en-US" sz="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8621" marR="38621" marT="25748" marB="25748" anchor="ctr"/>
                </a:tc>
                <a:extLst>
                  <a:ext uri="{0D108BD9-81ED-4DB2-BD59-A6C34878D82A}">
                    <a16:rowId xmlns:a16="http://schemas.microsoft.com/office/drawing/2014/main" val="3996711590"/>
                  </a:ext>
                </a:extLst>
              </a:tr>
              <a:tr h="186957">
                <a:tc>
                  <a:txBody>
                    <a:bodyPr/>
                    <a:lstStyle/>
                    <a:p>
                      <a:pPr rtl="0"/>
                      <a:r>
                        <a:rPr lang="en-US" sz="800">
                          <a:effectLst/>
                        </a:rPr>
                        <a:t>T222</a:t>
                      </a:r>
                      <a:endParaRPr lang="en-US" sz="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8621" marR="38621" marT="25748" marB="25748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800">
                          <a:effectLst/>
                        </a:rPr>
                        <a:t>올라가기 완료 대기</a:t>
                      </a:r>
                      <a:endParaRPr lang="ko-KR" altLang="en-US" sz="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8621" marR="38621" marT="25748" marB="25748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800">
                          <a:effectLst/>
                        </a:rPr>
                        <a:t>ST2</a:t>
                      </a:r>
                      <a:endParaRPr lang="en-US" sz="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8621" marR="38621" marT="25748" marB="25748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800">
                          <a:effectLst/>
                        </a:rPr>
                        <a:t>창고 적재까지 시간</a:t>
                      </a:r>
                      <a:endParaRPr lang="ko-KR" altLang="en-US" sz="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8621" marR="38621" marT="25748" marB="25748" anchor="ctr"/>
                </a:tc>
                <a:extLst>
                  <a:ext uri="{0D108BD9-81ED-4DB2-BD59-A6C34878D82A}">
                    <a16:rowId xmlns:a16="http://schemas.microsoft.com/office/drawing/2014/main" val="137310311"/>
                  </a:ext>
                </a:extLst>
              </a:tr>
              <a:tr h="186957">
                <a:tc>
                  <a:txBody>
                    <a:bodyPr/>
                    <a:lstStyle/>
                    <a:p>
                      <a:pPr rtl="0"/>
                      <a:r>
                        <a:rPr lang="en-US" sz="800">
                          <a:effectLst/>
                        </a:rPr>
                        <a:t>T223</a:t>
                      </a:r>
                      <a:endParaRPr lang="en-US" sz="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8621" marR="38621" marT="25748" marB="25748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800">
                          <a:effectLst/>
                        </a:rPr>
                        <a:t>전진 완료 딜레이</a:t>
                      </a:r>
                      <a:endParaRPr lang="ko-KR" altLang="en-US" sz="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8621" marR="38621" marT="25748" marB="25748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800">
                          <a:effectLst/>
                        </a:rPr>
                        <a:t>C1</a:t>
                      </a:r>
                      <a:endParaRPr lang="en-US" sz="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8621" marR="38621" marT="25748" marB="25748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800">
                          <a:effectLst/>
                        </a:rPr>
                        <a:t>가공횟수</a:t>
                      </a:r>
                      <a:endParaRPr lang="ko-KR" altLang="en-US" sz="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8621" marR="38621" marT="25748" marB="25748" anchor="ctr"/>
                </a:tc>
                <a:extLst>
                  <a:ext uri="{0D108BD9-81ED-4DB2-BD59-A6C34878D82A}">
                    <a16:rowId xmlns:a16="http://schemas.microsoft.com/office/drawing/2014/main" val="2468651156"/>
                  </a:ext>
                </a:extLst>
              </a:tr>
              <a:tr h="186957">
                <a:tc>
                  <a:txBody>
                    <a:bodyPr/>
                    <a:lstStyle/>
                    <a:p>
                      <a:pPr rtl="0"/>
                      <a:r>
                        <a:rPr lang="en-US" sz="800">
                          <a:effectLst/>
                        </a:rPr>
                        <a:t>T224</a:t>
                      </a:r>
                      <a:endParaRPr lang="en-US" sz="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8621" marR="38621" marT="25748" marB="25748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800">
                          <a:effectLst/>
                        </a:rPr>
                        <a:t>내려가기 대기 딜레이</a:t>
                      </a:r>
                      <a:endParaRPr lang="ko-KR" altLang="en-US" sz="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8621" marR="38621" marT="25748" marB="25748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800">
                          <a:effectLst/>
                        </a:rPr>
                        <a:t>C70</a:t>
                      </a:r>
                      <a:endParaRPr lang="en-US" sz="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8621" marR="38621" marT="25748" marB="25748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800">
                          <a:effectLst/>
                        </a:rPr>
                        <a:t>가공카운터</a:t>
                      </a:r>
                      <a:endParaRPr lang="ko-KR" altLang="en-US" sz="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8621" marR="38621" marT="25748" marB="25748" anchor="ctr"/>
                </a:tc>
                <a:extLst>
                  <a:ext uri="{0D108BD9-81ED-4DB2-BD59-A6C34878D82A}">
                    <a16:rowId xmlns:a16="http://schemas.microsoft.com/office/drawing/2014/main" val="1650787446"/>
                  </a:ext>
                </a:extLst>
              </a:tr>
              <a:tr h="186957">
                <a:tc>
                  <a:txBody>
                    <a:bodyPr/>
                    <a:lstStyle/>
                    <a:p>
                      <a:pPr rtl="0"/>
                      <a:r>
                        <a:rPr lang="en-US" sz="800">
                          <a:effectLst/>
                        </a:rPr>
                        <a:t>T226</a:t>
                      </a:r>
                      <a:endParaRPr lang="en-US" sz="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8621" marR="38621" marT="25748" marB="25748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800">
                          <a:effectLst/>
                        </a:rPr>
                        <a:t>흡착 </a:t>
                      </a:r>
                      <a:r>
                        <a:rPr lang="en-US" sz="800">
                          <a:effectLst/>
                        </a:rPr>
                        <a:t>off </a:t>
                      </a:r>
                      <a:r>
                        <a:rPr lang="ko-KR" altLang="en-US" sz="800">
                          <a:effectLst/>
                        </a:rPr>
                        <a:t>대기</a:t>
                      </a:r>
                      <a:endParaRPr lang="ko-KR" altLang="en-US" sz="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8621" marR="38621" marT="25748" marB="25748" anchor="ctr"/>
                </a:tc>
                <a:tc>
                  <a:txBody>
                    <a:bodyPr/>
                    <a:lstStyle/>
                    <a:p>
                      <a:pPr rtl="0"/>
                      <a:endParaRPr lang="ko-KR" altLang="en-US" sz="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8621" marR="38621" marT="25748" marB="25748" anchor="ctr"/>
                </a:tc>
                <a:tc>
                  <a:txBody>
                    <a:bodyPr/>
                    <a:lstStyle/>
                    <a:p>
                      <a:pPr rtl="0"/>
                      <a:endParaRPr lang="ko-KR" altLang="en-US" sz="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8621" marR="38621" marT="25748" marB="25748" anchor="ctr"/>
                </a:tc>
                <a:extLst>
                  <a:ext uri="{0D108BD9-81ED-4DB2-BD59-A6C34878D82A}">
                    <a16:rowId xmlns:a16="http://schemas.microsoft.com/office/drawing/2014/main" val="1501870921"/>
                  </a:ext>
                </a:extLst>
              </a:tr>
              <a:tr h="186957">
                <a:tc>
                  <a:txBody>
                    <a:bodyPr/>
                    <a:lstStyle/>
                    <a:p>
                      <a:pPr rtl="0"/>
                      <a:r>
                        <a:rPr lang="en-US" sz="800">
                          <a:effectLst/>
                        </a:rPr>
                        <a:t>T227</a:t>
                      </a:r>
                      <a:endParaRPr lang="en-US" sz="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8621" marR="38621" marT="25748" marB="25748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800">
                          <a:effectLst/>
                        </a:rPr>
                        <a:t>내려가기 대기</a:t>
                      </a:r>
                      <a:endParaRPr lang="ko-KR" altLang="en-US" sz="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8621" marR="38621" marT="25748" marB="25748" anchor="ctr"/>
                </a:tc>
                <a:tc>
                  <a:txBody>
                    <a:bodyPr/>
                    <a:lstStyle/>
                    <a:p>
                      <a:pPr rtl="0"/>
                      <a:endParaRPr lang="ko-KR" altLang="en-US" sz="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8621" marR="38621" marT="25748" marB="25748" anchor="ctr"/>
                </a:tc>
                <a:tc>
                  <a:txBody>
                    <a:bodyPr/>
                    <a:lstStyle/>
                    <a:p>
                      <a:pPr rtl="0"/>
                      <a:endParaRPr lang="ko-KR" altLang="en-US" sz="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8621" marR="38621" marT="25748" marB="25748" anchor="ctr"/>
                </a:tc>
                <a:extLst>
                  <a:ext uri="{0D108BD9-81ED-4DB2-BD59-A6C34878D82A}">
                    <a16:rowId xmlns:a16="http://schemas.microsoft.com/office/drawing/2014/main" val="784404720"/>
                  </a:ext>
                </a:extLst>
              </a:tr>
              <a:tr h="186957">
                <a:tc>
                  <a:txBody>
                    <a:bodyPr/>
                    <a:lstStyle/>
                    <a:p>
                      <a:pPr rtl="0"/>
                      <a:r>
                        <a:rPr lang="en-US" sz="800">
                          <a:effectLst/>
                        </a:rPr>
                        <a:t>T228</a:t>
                      </a:r>
                      <a:endParaRPr lang="en-US" sz="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8621" marR="38621" marT="25748" marB="25748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800">
                          <a:effectLst/>
                        </a:rPr>
                        <a:t>올라기기 딜레이</a:t>
                      </a:r>
                      <a:endParaRPr lang="ko-KR" altLang="en-US" sz="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8621" marR="38621" marT="25748" marB="25748" anchor="ctr"/>
                </a:tc>
                <a:tc>
                  <a:txBody>
                    <a:bodyPr/>
                    <a:lstStyle/>
                    <a:p>
                      <a:pPr rtl="0"/>
                      <a:endParaRPr lang="ko-KR" altLang="en-US" sz="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8621" marR="38621" marT="25748" marB="25748" anchor="ctr"/>
                </a:tc>
                <a:tc>
                  <a:txBody>
                    <a:bodyPr/>
                    <a:lstStyle/>
                    <a:p>
                      <a:pPr rtl="0"/>
                      <a:endParaRPr lang="ko-KR" altLang="en-US" sz="8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8621" marR="38621" marT="25748" marB="25748" anchor="ctr"/>
                </a:tc>
                <a:extLst>
                  <a:ext uri="{0D108BD9-81ED-4DB2-BD59-A6C34878D82A}">
                    <a16:rowId xmlns:a16="http://schemas.microsoft.com/office/drawing/2014/main" val="37170151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822073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F536B0E6-6609-47A4-81F7-27FC4CB503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7137965"/>
              </p:ext>
            </p:extLst>
          </p:nvPr>
        </p:nvGraphicFramePr>
        <p:xfrm>
          <a:off x="1466954" y="397647"/>
          <a:ext cx="2621176" cy="6062706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334503">
                  <a:extLst>
                    <a:ext uri="{9D8B030D-6E8A-4147-A177-3AD203B41FA5}">
                      <a16:colId xmlns:a16="http://schemas.microsoft.com/office/drawing/2014/main" val="794191912"/>
                    </a:ext>
                  </a:extLst>
                </a:gridCol>
                <a:gridCol w="869577">
                  <a:extLst>
                    <a:ext uri="{9D8B030D-6E8A-4147-A177-3AD203B41FA5}">
                      <a16:colId xmlns:a16="http://schemas.microsoft.com/office/drawing/2014/main" val="2853637297"/>
                    </a:ext>
                  </a:extLst>
                </a:gridCol>
                <a:gridCol w="403411">
                  <a:extLst>
                    <a:ext uri="{9D8B030D-6E8A-4147-A177-3AD203B41FA5}">
                      <a16:colId xmlns:a16="http://schemas.microsoft.com/office/drawing/2014/main" val="1112151398"/>
                    </a:ext>
                  </a:extLst>
                </a:gridCol>
                <a:gridCol w="1013685">
                  <a:extLst>
                    <a:ext uri="{9D8B030D-6E8A-4147-A177-3AD203B41FA5}">
                      <a16:colId xmlns:a16="http://schemas.microsoft.com/office/drawing/2014/main" val="1451197660"/>
                    </a:ext>
                  </a:extLst>
                </a:gridCol>
              </a:tblGrid>
              <a:tr h="172897">
                <a:tc>
                  <a:txBody>
                    <a:bodyPr/>
                    <a:lstStyle/>
                    <a:p>
                      <a:pPr rtl="0"/>
                      <a:r>
                        <a:rPr lang="en-US" sz="600">
                          <a:effectLst/>
                        </a:rPr>
                        <a:t>Device Name</a:t>
                      </a:r>
                      <a:endParaRPr lang="en-US" sz="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9204" marR="29204" marT="19469" marB="19469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600">
                          <a:effectLst/>
                        </a:rPr>
                        <a:t>Comment</a:t>
                      </a:r>
                      <a:endParaRPr lang="en-US" sz="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9204" marR="29204" marT="19469" marB="19469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600">
                          <a:effectLst/>
                        </a:rPr>
                        <a:t>Device Name</a:t>
                      </a:r>
                      <a:endParaRPr lang="en-US" sz="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9204" marR="29204" marT="19469" marB="19469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600">
                          <a:effectLst/>
                        </a:rPr>
                        <a:t>Comment</a:t>
                      </a:r>
                      <a:endParaRPr lang="en-US" sz="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9204" marR="29204" marT="19469" marB="19469" anchor="ctr"/>
                </a:tc>
                <a:extLst>
                  <a:ext uri="{0D108BD9-81ED-4DB2-BD59-A6C34878D82A}">
                    <a16:rowId xmlns:a16="http://schemas.microsoft.com/office/drawing/2014/main" val="779031616"/>
                  </a:ext>
                </a:extLst>
              </a:tr>
              <a:tr h="172897">
                <a:tc>
                  <a:txBody>
                    <a:bodyPr/>
                    <a:lstStyle/>
                    <a:p>
                      <a:pPr rtl="0"/>
                      <a:r>
                        <a:rPr lang="en-US" sz="600">
                          <a:effectLst/>
                        </a:rPr>
                        <a:t>D11</a:t>
                      </a:r>
                      <a:endParaRPr lang="en-US" sz="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9204" marR="29204" marT="19469" marB="19469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altLang="ko-KR" sz="600">
                          <a:effectLst/>
                        </a:rPr>
                        <a:t>[1][1]</a:t>
                      </a:r>
                      <a:endParaRPr lang="en-US" altLang="ko-KR" sz="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9204" marR="29204" marT="19469" marB="19469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600">
                          <a:effectLst/>
                        </a:rPr>
                        <a:t>D1024</a:t>
                      </a:r>
                      <a:endParaRPr lang="en-US" sz="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9204" marR="29204" marT="19469" marB="19469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600">
                          <a:effectLst/>
                        </a:rPr>
                        <a:t>가공 횟수</a:t>
                      </a:r>
                      <a:endParaRPr lang="ko-KR" altLang="en-US" sz="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9204" marR="29204" marT="19469" marB="19469" anchor="ctr"/>
                </a:tc>
                <a:extLst>
                  <a:ext uri="{0D108BD9-81ED-4DB2-BD59-A6C34878D82A}">
                    <a16:rowId xmlns:a16="http://schemas.microsoft.com/office/drawing/2014/main" val="1820524091"/>
                  </a:ext>
                </a:extLst>
              </a:tr>
              <a:tr h="172897">
                <a:tc>
                  <a:txBody>
                    <a:bodyPr/>
                    <a:lstStyle/>
                    <a:p>
                      <a:pPr rtl="0"/>
                      <a:r>
                        <a:rPr lang="en-US" sz="600">
                          <a:effectLst/>
                        </a:rPr>
                        <a:t>D12</a:t>
                      </a:r>
                      <a:endParaRPr lang="en-US" sz="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9204" marR="29204" marT="19469" marB="19469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altLang="ko-KR" sz="600">
                          <a:effectLst/>
                        </a:rPr>
                        <a:t>[1][2]</a:t>
                      </a:r>
                      <a:endParaRPr lang="en-US" altLang="ko-KR" sz="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9204" marR="29204" marT="19469" marB="19469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600">
                          <a:effectLst/>
                        </a:rPr>
                        <a:t>D1030</a:t>
                      </a:r>
                      <a:endParaRPr lang="en-US" sz="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9204" marR="29204" marT="19469" marB="19469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600">
                          <a:effectLst/>
                        </a:rPr>
                        <a:t>시간 시작</a:t>
                      </a:r>
                      <a:endParaRPr lang="ko-KR" altLang="en-US" sz="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9204" marR="29204" marT="19469" marB="19469" anchor="ctr"/>
                </a:tc>
                <a:extLst>
                  <a:ext uri="{0D108BD9-81ED-4DB2-BD59-A6C34878D82A}">
                    <a16:rowId xmlns:a16="http://schemas.microsoft.com/office/drawing/2014/main" val="2390916473"/>
                  </a:ext>
                </a:extLst>
              </a:tr>
              <a:tr h="172897">
                <a:tc>
                  <a:txBody>
                    <a:bodyPr/>
                    <a:lstStyle/>
                    <a:p>
                      <a:pPr rtl="0"/>
                      <a:r>
                        <a:rPr lang="en-US" sz="600">
                          <a:effectLst/>
                        </a:rPr>
                        <a:t>D13</a:t>
                      </a:r>
                      <a:endParaRPr lang="en-US" sz="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9204" marR="29204" marT="19469" marB="19469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altLang="ko-KR" sz="600">
                          <a:effectLst/>
                        </a:rPr>
                        <a:t>1,1 </a:t>
                      </a:r>
                      <a:r>
                        <a:rPr lang="ko-KR" altLang="en-US" sz="600">
                          <a:effectLst/>
                        </a:rPr>
                        <a:t>재질</a:t>
                      </a:r>
                      <a:endParaRPr lang="ko-KR" altLang="en-US" sz="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9204" marR="29204" marT="19469" marB="19469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600">
                          <a:effectLst/>
                        </a:rPr>
                        <a:t>D1031</a:t>
                      </a:r>
                      <a:endParaRPr lang="en-US" sz="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9204" marR="29204" marT="19469" marB="19469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600">
                          <a:effectLst/>
                        </a:rPr>
                        <a:t>소재 없음 대기 시간</a:t>
                      </a:r>
                      <a:endParaRPr lang="ko-KR" altLang="en-US" sz="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9204" marR="29204" marT="19469" marB="19469" anchor="ctr"/>
                </a:tc>
                <a:extLst>
                  <a:ext uri="{0D108BD9-81ED-4DB2-BD59-A6C34878D82A}">
                    <a16:rowId xmlns:a16="http://schemas.microsoft.com/office/drawing/2014/main" val="2649311532"/>
                  </a:ext>
                </a:extLst>
              </a:tr>
              <a:tr h="172897">
                <a:tc>
                  <a:txBody>
                    <a:bodyPr/>
                    <a:lstStyle/>
                    <a:p>
                      <a:pPr rtl="0"/>
                      <a:r>
                        <a:rPr lang="en-US" sz="600">
                          <a:effectLst/>
                        </a:rPr>
                        <a:t>D14</a:t>
                      </a:r>
                      <a:endParaRPr lang="en-US" sz="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9204" marR="29204" marT="19469" marB="19469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altLang="ko-KR" sz="600">
                          <a:effectLst/>
                        </a:rPr>
                        <a:t>1,2 </a:t>
                      </a:r>
                      <a:r>
                        <a:rPr lang="ko-KR" altLang="en-US" sz="600">
                          <a:effectLst/>
                        </a:rPr>
                        <a:t>재질</a:t>
                      </a:r>
                      <a:endParaRPr lang="ko-KR" altLang="en-US" sz="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9204" marR="29204" marT="19469" marB="19469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600">
                          <a:effectLst/>
                        </a:rPr>
                        <a:t>D1032</a:t>
                      </a:r>
                      <a:endParaRPr lang="en-US" sz="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9204" marR="29204" marT="19469" marB="19469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600">
                          <a:effectLst/>
                        </a:rPr>
                        <a:t>가공시간</a:t>
                      </a:r>
                      <a:endParaRPr lang="ko-KR" altLang="en-US" sz="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9204" marR="29204" marT="19469" marB="19469" anchor="ctr"/>
                </a:tc>
                <a:extLst>
                  <a:ext uri="{0D108BD9-81ED-4DB2-BD59-A6C34878D82A}">
                    <a16:rowId xmlns:a16="http://schemas.microsoft.com/office/drawing/2014/main" val="2178365995"/>
                  </a:ext>
                </a:extLst>
              </a:tr>
              <a:tr h="172897">
                <a:tc>
                  <a:txBody>
                    <a:bodyPr/>
                    <a:lstStyle/>
                    <a:p>
                      <a:pPr rtl="0"/>
                      <a:r>
                        <a:rPr lang="en-US" sz="600">
                          <a:effectLst/>
                        </a:rPr>
                        <a:t>D21</a:t>
                      </a:r>
                      <a:endParaRPr lang="en-US" sz="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9204" marR="29204" marT="19469" marB="19469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altLang="ko-KR" sz="600">
                          <a:effectLst/>
                        </a:rPr>
                        <a:t>[2][1]</a:t>
                      </a:r>
                      <a:endParaRPr lang="en-US" altLang="ko-KR" sz="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9204" marR="29204" marT="19469" marB="19469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600">
                          <a:effectLst/>
                        </a:rPr>
                        <a:t>D1033</a:t>
                      </a:r>
                      <a:endParaRPr lang="en-US" sz="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9204" marR="29204" marT="19469" marB="19469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600">
                          <a:effectLst/>
                        </a:rPr>
                        <a:t>가공 시간</a:t>
                      </a:r>
                      <a:endParaRPr lang="ko-KR" altLang="en-US" sz="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9204" marR="29204" marT="19469" marB="19469" anchor="ctr"/>
                </a:tc>
                <a:extLst>
                  <a:ext uri="{0D108BD9-81ED-4DB2-BD59-A6C34878D82A}">
                    <a16:rowId xmlns:a16="http://schemas.microsoft.com/office/drawing/2014/main" val="2186120578"/>
                  </a:ext>
                </a:extLst>
              </a:tr>
              <a:tr h="294157">
                <a:tc>
                  <a:txBody>
                    <a:bodyPr/>
                    <a:lstStyle/>
                    <a:p>
                      <a:pPr rtl="0"/>
                      <a:r>
                        <a:rPr lang="en-US" sz="600">
                          <a:effectLst/>
                        </a:rPr>
                        <a:t>D22</a:t>
                      </a:r>
                      <a:endParaRPr lang="en-US" sz="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9204" marR="29204" marT="19469" marB="19469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altLang="ko-KR" sz="600">
                          <a:effectLst/>
                        </a:rPr>
                        <a:t>[2][2]</a:t>
                      </a:r>
                      <a:endParaRPr lang="en-US" altLang="ko-KR" sz="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9204" marR="29204" marT="19469" marB="19469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600">
                          <a:effectLst/>
                        </a:rPr>
                        <a:t>D1100</a:t>
                      </a:r>
                      <a:endParaRPr lang="en-US" sz="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9204" marR="29204" marT="19469" marB="19469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altLang="ko-KR" sz="600">
                          <a:effectLst/>
                        </a:rPr>
                        <a:t>zp</a:t>
                      </a:r>
                      <a:r>
                        <a:rPr lang="ko-KR" altLang="en-US" sz="600">
                          <a:effectLst/>
                        </a:rPr>
                        <a:t>시작주소</a:t>
                      </a:r>
                      <a:r>
                        <a:rPr lang="en-US" altLang="ko-KR" sz="600">
                          <a:effectLst/>
                        </a:rPr>
                        <a:t>, ZP.PSTRT1 </a:t>
                      </a:r>
                      <a:r>
                        <a:rPr lang="ko-KR" altLang="en-US" sz="600">
                          <a:effectLst/>
                        </a:rPr>
                        <a:t>시작주소</a:t>
                      </a:r>
                      <a:endParaRPr lang="ko-KR" altLang="en-US" sz="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9204" marR="29204" marT="19469" marB="19469" anchor="ctr"/>
                </a:tc>
                <a:extLst>
                  <a:ext uri="{0D108BD9-81ED-4DB2-BD59-A6C34878D82A}">
                    <a16:rowId xmlns:a16="http://schemas.microsoft.com/office/drawing/2014/main" val="1080263708"/>
                  </a:ext>
                </a:extLst>
              </a:tr>
              <a:tr h="172897">
                <a:tc>
                  <a:txBody>
                    <a:bodyPr/>
                    <a:lstStyle/>
                    <a:p>
                      <a:pPr rtl="0"/>
                      <a:r>
                        <a:rPr lang="en-US" sz="600">
                          <a:effectLst/>
                        </a:rPr>
                        <a:t>D23</a:t>
                      </a:r>
                      <a:endParaRPr lang="en-US" sz="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9204" marR="29204" marT="19469" marB="19469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altLang="ko-KR" sz="600">
                          <a:effectLst/>
                        </a:rPr>
                        <a:t>2,1 </a:t>
                      </a:r>
                      <a:r>
                        <a:rPr lang="ko-KR" altLang="en-US" sz="600">
                          <a:effectLst/>
                        </a:rPr>
                        <a:t>재질</a:t>
                      </a:r>
                      <a:endParaRPr lang="ko-KR" altLang="en-US" sz="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9204" marR="29204" marT="19469" marB="19469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600">
                          <a:effectLst/>
                        </a:rPr>
                        <a:t>D1101</a:t>
                      </a:r>
                      <a:endParaRPr lang="en-US" sz="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9204" marR="29204" marT="19469" marB="19469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600">
                          <a:effectLst/>
                        </a:rPr>
                        <a:t>완료시 상태</a:t>
                      </a:r>
                      <a:endParaRPr lang="ko-KR" altLang="en-US" sz="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9204" marR="29204" marT="19469" marB="19469" anchor="ctr"/>
                </a:tc>
                <a:extLst>
                  <a:ext uri="{0D108BD9-81ED-4DB2-BD59-A6C34878D82A}">
                    <a16:rowId xmlns:a16="http://schemas.microsoft.com/office/drawing/2014/main" val="2393664242"/>
                  </a:ext>
                </a:extLst>
              </a:tr>
              <a:tr h="172897">
                <a:tc>
                  <a:txBody>
                    <a:bodyPr/>
                    <a:lstStyle/>
                    <a:p>
                      <a:pPr rtl="0"/>
                      <a:r>
                        <a:rPr lang="en-US" sz="600">
                          <a:effectLst/>
                        </a:rPr>
                        <a:t>D24</a:t>
                      </a:r>
                      <a:endParaRPr lang="en-US" sz="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9204" marR="29204" marT="19469" marB="19469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altLang="ko-KR" sz="600">
                          <a:effectLst/>
                        </a:rPr>
                        <a:t>2,2 </a:t>
                      </a:r>
                      <a:r>
                        <a:rPr lang="ko-KR" altLang="en-US" sz="600">
                          <a:effectLst/>
                        </a:rPr>
                        <a:t>재질</a:t>
                      </a:r>
                      <a:endParaRPr lang="ko-KR" altLang="en-US" sz="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9204" marR="29204" marT="19469" marB="19469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600">
                          <a:effectLst/>
                        </a:rPr>
                        <a:t>D1102</a:t>
                      </a:r>
                      <a:endParaRPr lang="en-US" sz="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9204" marR="29204" marT="19469" marB="19469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600">
                          <a:effectLst/>
                        </a:rPr>
                        <a:t>기동번호</a:t>
                      </a:r>
                      <a:r>
                        <a:rPr lang="en-US" altLang="ko-KR" sz="600">
                          <a:effectLst/>
                        </a:rPr>
                        <a:t>, </a:t>
                      </a:r>
                      <a:r>
                        <a:rPr lang="ko-KR" altLang="en-US" sz="600">
                          <a:effectLst/>
                        </a:rPr>
                        <a:t>실행시킬 값</a:t>
                      </a:r>
                      <a:endParaRPr lang="ko-KR" altLang="en-US" sz="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9204" marR="29204" marT="19469" marB="19469" anchor="ctr"/>
                </a:tc>
                <a:extLst>
                  <a:ext uri="{0D108BD9-81ED-4DB2-BD59-A6C34878D82A}">
                    <a16:rowId xmlns:a16="http://schemas.microsoft.com/office/drawing/2014/main" val="3322766758"/>
                  </a:ext>
                </a:extLst>
              </a:tr>
              <a:tr h="172897">
                <a:tc>
                  <a:txBody>
                    <a:bodyPr/>
                    <a:lstStyle/>
                    <a:p>
                      <a:pPr rtl="0"/>
                      <a:r>
                        <a:rPr lang="en-US" sz="600">
                          <a:effectLst/>
                        </a:rPr>
                        <a:t>D31</a:t>
                      </a:r>
                      <a:endParaRPr lang="en-US" sz="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9204" marR="29204" marT="19469" marB="19469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altLang="ko-KR" sz="600">
                          <a:effectLst/>
                        </a:rPr>
                        <a:t>[3][1]</a:t>
                      </a:r>
                      <a:endParaRPr lang="en-US" altLang="ko-KR" sz="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9204" marR="29204" marT="19469" marB="19469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600">
                          <a:effectLst/>
                        </a:rPr>
                        <a:t>D1200</a:t>
                      </a:r>
                      <a:endParaRPr lang="en-US" sz="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9204" marR="29204" marT="19469" marB="19469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600">
                          <a:effectLst/>
                        </a:rPr>
                        <a:t>고속시작주소</a:t>
                      </a:r>
                      <a:endParaRPr lang="ko-KR" altLang="en-US" sz="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9204" marR="29204" marT="19469" marB="19469" anchor="ctr"/>
                </a:tc>
                <a:extLst>
                  <a:ext uri="{0D108BD9-81ED-4DB2-BD59-A6C34878D82A}">
                    <a16:rowId xmlns:a16="http://schemas.microsoft.com/office/drawing/2014/main" val="2092772900"/>
                  </a:ext>
                </a:extLst>
              </a:tr>
              <a:tr h="238561">
                <a:tc>
                  <a:txBody>
                    <a:bodyPr/>
                    <a:lstStyle/>
                    <a:p>
                      <a:pPr rtl="0"/>
                      <a:r>
                        <a:rPr lang="en-US" sz="600">
                          <a:effectLst/>
                        </a:rPr>
                        <a:t>D32</a:t>
                      </a:r>
                      <a:endParaRPr lang="en-US" sz="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9204" marR="29204" marT="19469" marB="19469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altLang="ko-KR" sz="600">
                          <a:effectLst/>
                        </a:rPr>
                        <a:t>[3][2]</a:t>
                      </a:r>
                      <a:endParaRPr lang="en-US" altLang="ko-KR" sz="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9204" marR="29204" marT="19469" marB="19469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600">
                          <a:effectLst/>
                        </a:rPr>
                        <a:t>D1202</a:t>
                      </a:r>
                      <a:endParaRPr lang="en-US" sz="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9204" marR="29204" marT="19469" marB="19469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600">
                          <a:effectLst/>
                        </a:rPr>
                        <a:t>고속실행벊ㅎ</a:t>
                      </a:r>
                      <a:endParaRPr lang="ko-KR" altLang="en-US" sz="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9204" marR="29204" marT="19469" marB="19469" anchor="ctr"/>
                </a:tc>
                <a:extLst>
                  <a:ext uri="{0D108BD9-81ED-4DB2-BD59-A6C34878D82A}">
                    <a16:rowId xmlns:a16="http://schemas.microsoft.com/office/drawing/2014/main" val="3377575209"/>
                  </a:ext>
                </a:extLst>
              </a:tr>
              <a:tr h="172897">
                <a:tc>
                  <a:txBody>
                    <a:bodyPr/>
                    <a:lstStyle/>
                    <a:p>
                      <a:pPr rtl="0"/>
                      <a:r>
                        <a:rPr lang="en-US" sz="600">
                          <a:effectLst/>
                        </a:rPr>
                        <a:t>D33</a:t>
                      </a:r>
                      <a:endParaRPr lang="en-US" sz="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9204" marR="29204" marT="19469" marB="19469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altLang="ko-KR" sz="600">
                          <a:effectLst/>
                        </a:rPr>
                        <a:t>3,1 </a:t>
                      </a:r>
                      <a:r>
                        <a:rPr lang="ko-KR" altLang="en-US" sz="600">
                          <a:effectLst/>
                        </a:rPr>
                        <a:t>재질</a:t>
                      </a:r>
                      <a:endParaRPr lang="ko-KR" altLang="en-US" sz="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9204" marR="29204" marT="19469" marB="19469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600">
                          <a:effectLst/>
                        </a:rPr>
                        <a:t>D1300</a:t>
                      </a:r>
                      <a:endParaRPr lang="en-US" sz="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9204" marR="29204" marT="19469" marB="19469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600">
                          <a:effectLst/>
                        </a:rPr>
                        <a:t>비금속</a:t>
                      </a:r>
                      <a:r>
                        <a:rPr lang="en-US" sz="600">
                          <a:effectLst/>
                        </a:rPr>
                        <a:t>data</a:t>
                      </a:r>
                      <a:endParaRPr lang="en-US" sz="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9204" marR="29204" marT="19469" marB="19469" anchor="ctr"/>
                </a:tc>
                <a:extLst>
                  <a:ext uri="{0D108BD9-81ED-4DB2-BD59-A6C34878D82A}">
                    <a16:rowId xmlns:a16="http://schemas.microsoft.com/office/drawing/2014/main" val="685698870"/>
                  </a:ext>
                </a:extLst>
              </a:tr>
              <a:tr h="172897">
                <a:tc>
                  <a:txBody>
                    <a:bodyPr/>
                    <a:lstStyle/>
                    <a:p>
                      <a:pPr rtl="0"/>
                      <a:r>
                        <a:rPr lang="en-US" sz="600">
                          <a:effectLst/>
                        </a:rPr>
                        <a:t>D34</a:t>
                      </a:r>
                      <a:endParaRPr lang="en-US" sz="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9204" marR="29204" marT="19469" marB="19469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altLang="ko-KR" sz="600">
                          <a:effectLst/>
                        </a:rPr>
                        <a:t>3,2 </a:t>
                      </a:r>
                      <a:r>
                        <a:rPr lang="ko-KR" altLang="en-US" sz="600">
                          <a:effectLst/>
                        </a:rPr>
                        <a:t>재질</a:t>
                      </a:r>
                      <a:endParaRPr lang="ko-KR" altLang="en-US" sz="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9204" marR="29204" marT="19469" marB="19469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600">
                          <a:effectLst/>
                        </a:rPr>
                        <a:t>D1320</a:t>
                      </a:r>
                      <a:endParaRPr lang="en-US" sz="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9204" marR="29204" marT="19469" marB="19469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600">
                          <a:effectLst/>
                        </a:rPr>
                        <a:t>비금속</a:t>
                      </a:r>
                      <a:r>
                        <a:rPr lang="en-US" sz="600">
                          <a:effectLst/>
                        </a:rPr>
                        <a:t>d</a:t>
                      </a:r>
                      <a:endParaRPr lang="en-US" sz="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9204" marR="29204" marT="19469" marB="19469" anchor="ctr"/>
                </a:tc>
                <a:extLst>
                  <a:ext uri="{0D108BD9-81ED-4DB2-BD59-A6C34878D82A}">
                    <a16:rowId xmlns:a16="http://schemas.microsoft.com/office/drawing/2014/main" val="3875278930"/>
                  </a:ext>
                </a:extLst>
              </a:tr>
              <a:tr h="172897">
                <a:tc>
                  <a:txBody>
                    <a:bodyPr/>
                    <a:lstStyle/>
                    <a:p>
                      <a:pPr rtl="0"/>
                      <a:r>
                        <a:rPr lang="en-US" sz="600">
                          <a:effectLst/>
                        </a:rPr>
                        <a:t>D70</a:t>
                      </a:r>
                      <a:endParaRPr lang="en-US" sz="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9204" marR="29204" marT="19469" marB="19469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600">
                          <a:effectLst/>
                        </a:rPr>
                        <a:t>가공 횟수</a:t>
                      </a:r>
                      <a:endParaRPr lang="ko-KR" altLang="en-US" sz="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9204" marR="29204" marT="19469" marB="19469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600">
                          <a:effectLst/>
                        </a:rPr>
                        <a:t>D2400</a:t>
                      </a:r>
                      <a:endParaRPr lang="en-US" sz="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9204" marR="29204" marT="19469" marB="19469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altLang="ko-KR" sz="600">
                          <a:effectLst/>
                        </a:rPr>
                        <a:t>zp</a:t>
                      </a:r>
                      <a:r>
                        <a:rPr lang="ko-KR" altLang="en-US" sz="600">
                          <a:effectLst/>
                        </a:rPr>
                        <a:t>창고 판별하기</a:t>
                      </a:r>
                      <a:endParaRPr lang="ko-KR" altLang="en-US" sz="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9204" marR="29204" marT="19469" marB="19469" anchor="ctr"/>
                </a:tc>
                <a:extLst>
                  <a:ext uri="{0D108BD9-81ED-4DB2-BD59-A6C34878D82A}">
                    <a16:rowId xmlns:a16="http://schemas.microsoft.com/office/drawing/2014/main" val="3978779673"/>
                  </a:ext>
                </a:extLst>
              </a:tr>
              <a:tr h="294157">
                <a:tc>
                  <a:txBody>
                    <a:bodyPr/>
                    <a:lstStyle/>
                    <a:p>
                      <a:pPr rtl="0"/>
                      <a:r>
                        <a:rPr lang="en-US" sz="600">
                          <a:effectLst/>
                        </a:rPr>
                        <a:t>D71</a:t>
                      </a:r>
                      <a:endParaRPr lang="en-US" sz="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9204" marR="29204" marT="19469" marB="19469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600">
                          <a:effectLst/>
                        </a:rPr>
                        <a:t>가공 시간</a:t>
                      </a:r>
                      <a:endParaRPr lang="ko-KR" altLang="en-US" sz="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9204" marR="29204" marT="19469" marB="19469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600">
                          <a:effectLst/>
                        </a:rPr>
                        <a:t>D2402</a:t>
                      </a:r>
                      <a:endParaRPr lang="en-US" sz="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9204" marR="29204" marT="19469" marB="19469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600" dirty="0">
                          <a:effectLst/>
                        </a:rPr>
                        <a:t>창고 판별 후 데이터 넣기</a:t>
                      </a:r>
                      <a:endParaRPr lang="ko-KR" altLang="en-US" sz="6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9204" marR="29204" marT="19469" marB="19469" anchor="ctr"/>
                </a:tc>
                <a:extLst>
                  <a:ext uri="{0D108BD9-81ED-4DB2-BD59-A6C34878D82A}">
                    <a16:rowId xmlns:a16="http://schemas.microsoft.com/office/drawing/2014/main" val="571322644"/>
                  </a:ext>
                </a:extLst>
              </a:tr>
              <a:tr h="172897">
                <a:tc>
                  <a:txBody>
                    <a:bodyPr/>
                    <a:lstStyle/>
                    <a:p>
                      <a:pPr rtl="0"/>
                      <a:r>
                        <a:rPr lang="en-US" sz="600">
                          <a:effectLst/>
                        </a:rPr>
                        <a:t>D72</a:t>
                      </a:r>
                      <a:endParaRPr lang="en-US" sz="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9204" marR="29204" marT="19469" marB="19469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600">
                          <a:effectLst/>
                        </a:rPr>
                        <a:t>소재 투입 대기시간</a:t>
                      </a:r>
                      <a:endParaRPr lang="ko-KR" altLang="en-US" sz="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9204" marR="29204" marT="19469" marB="19469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600">
                          <a:effectLst/>
                        </a:rPr>
                        <a:t>D3009</a:t>
                      </a:r>
                      <a:endParaRPr lang="en-US" sz="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9204" marR="29204" marT="19469" marB="19469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600">
                          <a:effectLst/>
                        </a:rPr>
                        <a:t>암시빼기</a:t>
                      </a:r>
                      <a:r>
                        <a:rPr lang="en-US" sz="600">
                          <a:effectLst/>
                        </a:rPr>
                        <a:t>BIT</a:t>
                      </a:r>
                      <a:endParaRPr lang="en-US" sz="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9204" marR="29204" marT="19469" marB="19469" anchor="ctr"/>
                </a:tc>
                <a:extLst>
                  <a:ext uri="{0D108BD9-81ED-4DB2-BD59-A6C34878D82A}">
                    <a16:rowId xmlns:a16="http://schemas.microsoft.com/office/drawing/2014/main" val="2599255269"/>
                  </a:ext>
                </a:extLst>
              </a:tr>
              <a:tr h="172897">
                <a:tc>
                  <a:txBody>
                    <a:bodyPr/>
                    <a:lstStyle/>
                    <a:p>
                      <a:pPr rtl="0"/>
                      <a:r>
                        <a:rPr lang="en-US" sz="600">
                          <a:effectLst/>
                        </a:rPr>
                        <a:t>D73</a:t>
                      </a:r>
                      <a:endParaRPr lang="en-US" sz="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9204" marR="29204" marT="19469" marB="19469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600">
                          <a:effectLst/>
                        </a:rPr>
                        <a:t>소재 대기시간 초단위</a:t>
                      </a:r>
                      <a:endParaRPr lang="ko-KR" altLang="en-US" sz="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9204" marR="29204" marT="19469" marB="19469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600">
                          <a:effectLst/>
                        </a:rPr>
                        <a:t>D3010</a:t>
                      </a:r>
                      <a:endParaRPr lang="en-US" sz="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9204" marR="29204" marT="19469" marB="19469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600">
                          <a:effectLst/>
                        </a:rPr>
                        <a:t>창고에있는수</a:t>
                      </a:r>
                      <a:endParaRPr lang="ko-KR" altLang="en-US" sz="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9204" marR="29204" marT="19469" marB="19469" anchor="ctr"/>
                </a:tc>
                <a:extLst>
                  <a:ext uri="{0D108BD9-81ED-4DB2-BD59-A6C34878D82A}">
                    <a16:rowId xmlns:a16="http://schemas.microsoft.com/office/drawing/2014/main" val="4200624967"/>
                  </a:ext>
                </a:extLst>
              </a:tr>
              <a:tr h="172897">
                <a:tc>
                  <a:txBody>
                    <a:bodyPr/>
                    <a:lstStyle/>
                    <a:p>
                      <a:pPr rtl="0"/>
                      <a:r>
                        <a:rPr lang="en-US" sz="600">
                          <a:effectLst/>
                        </a:rPr>
                        <a:t>D74</a:t>
                      </a:r>
                      <a:endParaRPr lang="en-US" sz="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9204" marR="29204" marT="19469" marB="19469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600">
                          <a:effectLst/>
                        </a:rPr>
                        <a:t>소재 대기시간 나머지</a:t>
                      </a:r>
                      <a:endParaRPr lang="ko-KR" altLang="en-US" sz="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9204" marR="29204" marT="19469" marB="19469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600">
                          <a:effectLst/>
                        </a:rPr>
                        <a:t>D3011</a:t>
                      </a:r>
                      <a:endParaRPr lang="en-US" sz="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9204" marR="29204" marT="19469" marB="19469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600">
                          <a:effectLst/>
                        </a:rPr>
                        <a:t>창고 비금속 수</a:t>
                      </a:r>
                      <a:endParaRPr lang="ko-KR" altLang="en-US" sz="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9204" marR="29204" marT="19469" marB="19469" anchor="ctr"/>
                </a:tc>
                <a:extLst>
                  <a:ext uri="{0D108BD9-81ED-4DB2-BD59-A6C34878D82A}">
                    <a16:rowId xmlns:a16="http://schemas.microsoft.com/office/drawing/2014/main" val="1782442358"/>
                  </a:ext>
                </a:extLst>
              </a:tr>
              <a:tr h="172897">
                <a:tc>
                  <a:txBody>
                    <a:bodyPr/>
                    <a:lstStyle/>
                    <a:p>
                      <a:pPr rtl="0"/>
                      <a:r>
                        <a:rPr lang="en-US" sz="600">
                          <a:effectLst/>
                        </a:rPr>
                        <a:t>D100</a:t>
                      </a:r>
                      <a:endParaRPr lang="en-US" sz="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9204" marR="29204" marT="19469" marB="19469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600">
                          <a:effectLst/>
                        </a:rPr>
                        <a:t>확보할물건위치</a:t>
                      </a:r>
                      <a:endParaRPr lang="ko-KR" altLang="en-US" sz="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9204" marR="29204" marT="19469" marB="19469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600">
                          <a:effectLst/>
                        </a:rPr>
                        <a:t>D3012</a:t>
                      </a:r>
                      <a:endParaRPr lang="en-US" sz="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9204" marR="29204" marT="19469" marB="19469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600">
                          <a:effectLst/>
                        </a:rPr>
                        <a:t>창고 금속수</a:t>
                      </a:r>
                      <a:endParaRPr lang="ko-KR" altLang="en-US" sz="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9204" marR="29204" marT="19469" marB="19469" anchor="ctr"/>
                </a:tc>
                <a:extLst>
                  <a:ext uri="{0D108BD9-81ED-4DB2-BD59-A6C34878D82A}">
                    <a16:rowId xmlns:a16="http://schemas.microsoft.com/office/drawing/2014/main" val="1364516511"/>
                  </a:ext>
                </a:extLst>
              </a:tr>
              <a:tr h="172897">
                <a:tc>
                  <a:txBody>
                    <a:bodyPr/>
                    <a:lstStyle/>
                    <a:p>
                      <a:pPr rtl="0"/>
                      <a:r>
                        <a:rPr lang="en-US" sz="600">
                          <a:effectLst/>
                        </a:rPr>
                        <a:t>D101</a:t>
                      </a:r>
                      <a:endParaRPr lang="en-US" sz="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9204" marR="29204" marT="19469" marB="19469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600">
                          <a:effectLst/>
                        </a:rPr>
                        <a:t>빼기용</a:t>
                      </a:r>
                      <a:endParaRPr lang="ko-KR" altLang="en-US" sz="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9204" marR="29204" marT="19469" marB="19469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600">
                          <a:effectLst/>
                        </a:rPr>
                        <a:t>D3300</a:t>
                      </a:r>
                      <a:endParaRPr lang="en-US" sz="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9204" marR="29204" marT="19469" marB="19469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600">
                          <a:effectLst/>
                        </a:rPr>
                        <a:t>zp</a:t>
                      </a:r>
                      <a:r>
                        <a:rPr lang="ko-KR" altLang="en-US" sz="600">
                          <a:effectLst/>
                        </a:rPr>
                        <a:t>이동데이터</a:t>
                      </a:r>
                      <a:endParaRPr lang="ko-KR" altLang="en-US" sz="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9204" marR="29204" marT="19469" marB="19469" anchor="ctr"/>
                </a:tc>
                <a:extLst>
                  <a:ext uri="{0D108BD9-81ED-4DB2-BD59-A6C34878D82A}">
                    <a16:rowId xmlns:a16="http://schemas.microsoft.com/office/drawing/2014/main" val="3609574808"/>
                  </a:ext>
                </a:extLst>
              </a:tr>
              <a:tr h="172897">
                <a:tc>
                  <a:txBody>
                    <a:bodyPr/>
                    <a:lstStyle/>
                    <a:p>
                      <a:pPr rtl="0"/>
                      <a:r>
                        <a:rPr lang="en-US" sz="600">
                          <a:effectLst/>
                        </a:rPr>
                        <a:t>D510</a:t>
                      </a:r>
                      <a:endParaRPr lang="en-US" sz="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9204" marR="29204" marT="19469" marB="19469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600">
                          <a:effectLst/>
                        </a:rPr>
                        <a:t>넣기버튼 값저장</a:t>
                      </a:r>
                      <a:endParaRPr lang="ko-KR" altLang="en-US" sz="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9204" marR="29204" marT="19469" marB="19469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600">
                          <a:effectLst/>
                        </a:rPr>
                        <a:t>D3400</a:t>
                      </a:r>
                      <a:endParaRPr lang="en-US" sz="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9204" marR="29204" marT="19469" marB="19469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altLang="ko-KR" sz="600">
                          <a:effectLst/>
                        </a:rPr>
                        <a:t>D</a:t>
                      </a:r>
                      <a:r>
                        <a:rPr lang="ko-KR" altLang="en-US" sz="600">
                          <a:effectLst/>
                        </a:rPr>
                        <a:t>창고빼기데이터</a:t>
                      </a:r>
                      <a:endParaRPr lang="ko-KR" altLang="en-US" sz="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9204" marR="29204" marT="19469" marB="19469" anchor="ctr"/>
                </a:tc>
                <a:extLst>
                  <a:ext uri="{0D108BD9-81ED-4DB2-BD59-A6C34878D82A}">
                    <a16:rowId xmlns:a16="http://schemas.microsoft.com/office/drawing/2014/main" val="2034487513"/>
                  </a:ext>
                </a:extLst>
              </a:tr>
              <a:tr h="172897">
                <a:tc>
                  <a:txBody>
                    <a:bodyPr/>
                    <a:lstStyle/>
                    <a:p>
                      <a:pPr rtl="0"/>
                      <a:r>
                        <a:rPr lang="en-US" sz="600">
                          <a:effectLst/>
                        </a:rPr>
                        <a:t>D710</a:t>
                      </a:r>
                      <a:endParaRPr lang="en-US" sz="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9204" marR="29204" marT="19469" marB="19469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600">
                          <a:effectLst/>
                        </a:rPr>
                        <a:t>빼기버튼 값저장</a:t>
                      </a:r>
                      <a:endParaRPr lang="ko-KR" altLang="en-US" sz="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9204" marR="29204" marT="19469" marB="19469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600">
                          <a:effectLst/>
                        </a:rPr>
                        <a:t>D3402</a:t>
                      </a:r>
                      <a:endParaRPr lang="en-US" sz="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9204" marR="29204" marT="19469" marB="19469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600">
                          <a:effectLst/>
                        </a:rPr>
                        <a:t>창고빼기 판별 데이터</a:t>
                      </a:r>
                      <a:endParaRPr lang="ko-KR" altLang="en-US" sz="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9204" marR="29204" marT="19469" marB="19469" anchor="ctr"/>
                </a:tc>
                <a:extLst>
                  <a:ext uri="{0D108BD9-81ED-4DB2-BD59-A6C34878D82A}">
                    <a16:rowId xmlns:a16="http://schemas.microsoft.com/office/drawing/2014/main" val="4019940433"/>
                  </a:ext>
                </a:extLst>
              </a:tr>
              <a:tr h="172897">
                <a:tc>
                  <a:txBody>
                    <a:bodyPr/>
                    <a:lstStyle/>
                    <a:p>
                      <a:pPr rtl="0"/>
                      <a:r>
                        <a:rPr lang="en-US" sz="600">
                          <a:effectLst/>
                        </a:rPr>
                        <a:t>D1001</a:t>
                      </a:r>
                      <a:endParaRPr lang="en-US" sz="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9204" marR="29204" marT="19469" marB="19469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600">
                          <a:effectLst/>
                        </a:rPr>
                        <a:t>현재위치모니터링</a:t>
                      </a:r>
                      <a:endParaRPr lang="ko-KR" altLang="en-US" sz="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9204" marR="29204" marT="19469" marB="19469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600">
                          <a:effectLst/>
                        </a:rPr>
                        <a:t>D4001</a:t>
                      </a:r>
                      <a:endParaRPr lang="en-US" sz="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9204" marR="29204" marT="19469" marB="19469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600">
                          <a:effectLst/>
                        </a:rPr>
                        <a:t>가공 완료 까지 시간</a:t>
                      </a:r>
                      <a:endParaRPr lang="ko-KR" altLang="en-US" sz="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9204" marR="29204" marT="19469" marB="19469" anchor="ctr"/>
                </a:tc>
                <a:extLst>
                  <a:ext uri="{0D108BD9-81ED-4DB2-BD59-A6C34878D82A}">
                    <a16:rowId xmlns:a16="http://schemas.microsoft.com/office/drawing/2014/main" val="1590321379"/>
                  </a:ext>
                </a:extLst>
              </a:tr>
              <a:tr h="172897">
                <a:tc>
                  <a:txBody>
                    <a:bodyPr/>
                    <a:lstStyle/>
                    <a:p>
                      <a:pPr rtl="0"/>
                      <a:r>
                        <a:rPr lang="en-US" sz="600">
                          <a:effectLst/>
                        </a:rPr>
                        <a:t>D1005</a:t>
                      </a:r>
                      <a:endParaRPr lang="en-US" sz="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9204" marR="29204" marT="19469" marB="19469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600">
                          <a:effectLst/>
                        </a:rPr>
                        <a:t>현재속도모니터링</a:t>
                      </a:r>
                      <a:endParaRPr lang="ko-KR" altLang="en-US" sz="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9204" marR="29204" marT="19469" marB="19469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600">
                          <a:effectLst/>
                        </a:rPr>
                        <a:t>D4003</a:t>
                      </a:r>
                      <a:endParaRPr lang="en-US" sz="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9204" marR="29204" marT="19469" marB="19469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600">
                          <a:effectLst/>
                        </a:rPr>
                        <a:t>가공 그래프 </a:t>
                      </a:r>
                      <a:r>
                        <a:rPr lang="en-US" sz="600">
                          <a:effectLst/>
                        </a:rPr>
                        <a:t>SUM</a:t>
                      </a:r>
                      <a:endParaRPr lang="en-US" sz="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9204" marR="29204" marT="19469" marB="19469" anchor="ctr"/>
                </a:tc>
                <a:extLst>
                  <a:ext uri="{0D108BD9-81ED-4DB2-BD59-A6C34878D82A}">
                    <a16:rowId xmlns:a16="http://schemas.microsoft.com/office/drawing/2014/main" val="2189729089"/>
                  </a:ext>
                </a:extLst>
              </a:tr>
              <a:tr h="172897">
                <a:tc>
                  <a:txBody>
                    <a:bodyPr/>
                    <a:lstStyle/>
                    <a:p>
                      <a:pPr rtl="0"/>
                      <a:r>
                        <a:rPr lang="en-US" sz="600">
                          <a:effectLst/>
                        </a:rPr>
                        <a:t>D1010</a:t>
                      </a:r>
                      <a:endParaRPr lang="en-US" sz="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9204" marR="29204" marT="19469" marB="19469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600">
                          <a:effectLst/>
                        </a:rPr>
                        <a:t>에러시작</a:t>
                      </a:r>
                      <a:endParaRPr lang="ko-KR" altLang="en-US" sz="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9204" marR="29204" marT="19469" marB="19469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600">
                          <a:effectLst/>
                        </a:rPr>
                        <a:t>D4004</a:t>
                      </a:r>
                      <a:endParaRPr lang="en-US" sz="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9204" marR="29204" marT="19469" marB="19469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600">
                          <a:effectLst/>
                        </a:rPr>
                        <a:t>가공 그래프 개수</a:t>
                      </a:r>
                      <a:endParaRPr lang="ko-KR" altLang="en-US" sz="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9204" marR="29204" marT="19469" marB="19469" anchor="ctr"/>
                </a:tc>
                <a:extLst>
                  <a:ext uri="{0D108BD9-81ED-4DB2-BD59-A6C34878D82A}">
                    <a16:rowId xmlns:a16="http://schemas.microsoft.com/office/drawing/2014/main" val="57715993"/>
                  </a:ext>
                </a:extLst>
              </a:tr>
              <a:tr h="172897">
                <a:tc>
                  <a:txBody>
                    <a:bodyPr/>
                    <a:lstStyle/>
                    <a:p>
                      <a:pPr rtl="0"/>
                      <a:r>
                        <a:rPr lang="en-US" sz="600">
                          <a:effectLst/>
                        </a:rPr>
                        <a:t>D1011</a:t>
                      </a:r>
                      <a:endParaRPr lang="en-US" sz="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9204" marR="29204" marT="19469" marB="19469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600">
                          <a:effectLst/>
                        </a:rPr>
                        <a:t>축 에러</a:t>
                      </a:r>
                      <a:endParaRPr lang="ko-KR" altLang="en-US" sz="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9204" marR="29204" marT="19469" marB="19469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600">
                          <a:effectLst/>
                        </a:rPr>
                        <a:t>D4005</a:t>
                      </a:r>
                      <a:endParaRPr lang="en-US" sz="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9204" marR="29204" marT="19469" marB="19469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600">
                          <a:effectLst/>
                        </a:rPr>
                        <a:t>적재 완료 까지 시간</a:t>
                      </a:r>
                      <a:endParaRPr lang="ko-KR" altLang="en-US" sz="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9204" marR="29204" marT="19469" marB="19469" anchor="ctr"/>
                </a:tc>
                <a:extLst>
                  <a:ext uri="{0D108BD9-81ED-4DB2-BD59-A6C34878D82A}">
                    <a16:rowId xmlns:a16="http://schemas.microsoft.com/office/drawing/2014/main" val="2679720794"/>
                  </a:ext>
                </a:extLst>
              </a:tr>
              <a:tr h="172897">
                <a:tc>
                  <a:txBody>
                    <a:bodyPr/>
                    <a:lstStyle/>
                    <a:p>
                      <a:pPr rtl="0"/>
                      <a:r>
                        <a:rPr lang="en-US" sz="600">
                          <a:effectLst/>
                        </a:rPr>
                        <a:t>D1012</a:t>
                      </a:r>
                      <a:endParaRPr lang="en-US" sz="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9204" marR="29204" marT="19469" marB="19469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600">
                          <a:effectLst/>
                        </a:rPr>
                        <a:t>축 경고</a:t>
                      </a:r>
                      <a:endParaRPr lang="ko-KR" altLang="en-US" sz="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9204" marR="29204" marT="19469" marB="19469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600">
                          <a:effectLst/>
                        </a:rPr>
                        <a:t>D4007</a:t>
                      </a:r>
                      <a:endParaRPr lang="en-US" sz="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9204" marR="29204" marT="19469" marB="19469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600">
                          <a:effectLst/>
                        </a:rPr>
                        <a:t>적재그래프</a:t>
                      </a:r>
                      <a:r>
                        <a:rPr lang="en-US" sz="600">
                          <a:effectLst/>
                        </a:rPr>
                        <a:t>sum</a:t>
                      </a:r>
                      <a:endParaRPr lang="en-US" sz="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9204" marR="29204" marT="19469" marB="19469" anchor="ctr"/>
                </a:tc>
                <a:extLst>
                  <a:ext uri="{0D108BD9-81ED-4DB2-BD59-A6C34878D82A}">
                    <a16:rowId xmlns:a16="http://schemas.microsoft.com/office/drawing/2014/main" val="2849374540"/>
                  </a:ext>
                </a:extLst>
              </a:tr>
              <a:tr h="172897">
                <a:tc>
                  <a:txBody>
                    <a:bodyPr/>
                    <a:lstStyle/>
                    <a:p>
                      <a:pPr rtl="0"/>
                      <a:r>
                        <a:rPr lang="en-US" sz="600">
                          <a:effectLst/>
                        </a:rPr>
                        <a:t>D1015</a:t>
                      </a:r>
                      <a:endParaRPr lang="en-US" sz="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9204" marR="29204" marT="19469" marB="19469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600">
                          <a:effectLst/>
                        </a:rPr>
                        <a:t>MPS</a:t>
                      </a:r>
                      <a:r>
                        <a:rPr lang="ko-KR" altLang="en-US" sz="600">
                          <a:effectLst/>
                        </a:rPr>
                        <a:t>동작 상태</a:t>
                      </a:r>
                      <a:endParaRPr lang="ko-KR" altLang="en-US" sz="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9204" marR="29204" marT="19469" marB="19469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600">
                          <a:effectLst/>
                        </a:rPr>
                        <a:t>D4008</a:t>
                      </a:r>
                      <a:endParaRPr lang="en-US" sz="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9204" marR="29204" marT="19469" marB="19469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600">
                          <a:effectLst/>
                        </a:rPr>
                        <a:t>적재 그래프 개수</a:t>
                      </a:r>
                      <a:endParaRPr lang="ko-KR" altLang="en-US" sz="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9204" marR="29204" marT="19469" marB="19469" anchor="ctr"/>
                </a:tc>
                <a:extLst>
                  <a:ext uri="{0D108BD9-81ED-4DB2-BD59-A6C34878D82A}">
                    <a16:rowId xmlns:a16="http://schemas.microsoft.com/office/drawing/2014/main" val="3879021475"/>
                  </a:ext>
                </a:extLst>
              </a:tr>
              <a:tr h="172897">
                <a:tc>
                  <a:txBody>
                    <a:bodyPr/>
                    <a:lstStyle/>
                    <a:p>
                      <a:pPr rtl="0"/>
                      <a:r>
                        <a:rPr lang="en-US" sz="600">
                          <a:effectLst/>
                        </a:rPr>
                        <a:t>D1019</a:t>
                      </a:r>
                      <a:endParaRPr lang="en-US" sz="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9204" marR="29204" marT="19469" marB="19469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600">
                          <a:effectLst/>
                        </a:rPr>
                        <a:t>자동넣기 비트값</a:t>
                      </a:r>
                      <a:endParaRPr lang="ko-KR" altLang="en-US" sz="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9204" marR="29204" marT="19469" marB="19469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600">
                          <a:effectLst/>
                        </a:rPr>
                        <a:t>D4009</a:t>
                      </a:r>
                      <a:endParaRPr lang="en-US" sz="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9204" marR="29204" marT="19469" marB="19469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600">
                          <a:effectLst/>
                        </a:rPr>
                        <a:t>적재 그래프 개수</a:t>
                      </a:r>
                      <a:endParaRPr lang="ko-KR" altLang="en-US" sz="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9204" marR="29204" marT="19469" marB="19469" anchor="ctr"/>
                </a:tc>
                <a:extLst>
                  <a:ext uri="{0D108BD9-81ED-4DB2-BD59-A6C34878D82A}">
                    <a16:rowId xmlns:a16="http://schemas.microsoft.com/office/drawing/2014/main" val="424177354"/>
                  </a:ext>
                </a:extLst>
              </a:tr>
              <a:tr h="172897">
                <a:tc>
                  <a:txBody>
                    <a:bodyPr/>
                    <a:lstStyle/>
                    <a:p>
                      <a:pPr rtl="0"/>
                      <a:r>
                        <a:rPr lang="en-US" sz="600">
                          <a:effectLst/>
                        </a:rPr>
                        <a:t>D1020</a:t>
                      </a:r>
                      <a:endParaRPr lang="en-US" sz="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9204" marR="29204" marT="19469" marB="19469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600">
                          <a:effectLst/>
                        </a:rPr>
                        <a:t>수량 시작</a:t>
                      </a:r>
                      <a:endParaRPr lang="ko-KR" altLang="en-US" sz="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9204" marR="29204" marT="19469" marB="19469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600">
                          <a:effectLst/>
                        </a:rPr>
                        <a:t>D4010</a:t>
                      </a:r>
                      <a:endParaRPr lang="en-US" sz="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9204" marR="29204" marT="19469" marB="19469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600">
                          <a:effectLst/>
                        </a:rPr>
                        <a:t>나누기</a:t>
                      </a:r>
                      <a:endParaRPr lang="ko-KR" altLang="en-US" sz="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9204" marR="29204" marT="19469" marB="19469" anchor="ctr"/>
                </a:tc>
                <a:extLst>
                  <a:ext uri="{0D108BD9-81ED-4DB2-BD59-A6C34878D82A}">
                    <a16:rowId xmlns:a16="http://schemas.microsoft.com/office/drawing/2014/main" val="1555307343"/>
                  </a:ext>
                </a:extLst>
              </a:tr>
              <a:tr h="172897">
                <a:tc>
                  <a:txBody>
                    <a:bodyPr/>
                    <a:lstStyle/>
                    <a:p>
                      <a:pPr rtl="0"/>
                      <a:r>
                        <a:rPr lang="en-US" sz="600">
                          <a:effectLst/>
                        </a:rPr>
                        <a:t>D1021</a:t>
                      </a:r>
                      <a:endParaRPr lang="en-US" sz="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9204" marR="29204" marT="19469" marB="19469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600">
                          <a:effectLst/>
                        </a:rPr>
                        <a:t>비금속 수량</a:t>
                      </a:r>
                      <a:endParaRPr lang="ko-KR" altLang="en-US" sz="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9204" marR="29204" marT="19469" marB="19469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600">
                          <a:effectLst/>
                        </a:rPr>
                        <a:t>D4014</a:t>
                      </a:r>
                      <a:endParaRPr lang="en-US" sz="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9204" marR="29204" marT="19469" marB="19469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600">
                          <a:effectLst/>
                        </a:rPr>
                        <a:t>나누기</a:t>
                      </a:r>
                      <a:endParaRPr lang="ko-KR" altLang="en-US" sz="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9204" marR="29204" marT="19469" marB="19469" anchor="ctr"/>
                </a:tc>
                <a:extLst>
                  <a:ext uri="{0D108BD9-81ED-4DB2-BD59-A6C34878D82A}">
                    <a16:rowId xmlns:a16="http://schemas.microsoft.com/office/drawing/2014/main" val="1925065197"/>
                  </a:ext>
                </a:extLst>
              </a:tr>
              <a:tr h="172897">
                <a:tc>
                  <a:txBody>
                    <a:bodyPr/>
                    <a:lstStyle/>
                    <a:p>
                      <a:pPr rtl="0"/>
                      <a:r>
                        <a:rPr lang="en-US" sz="600">
                          <a:effectLst/>
                        </a:rPr>
                        <a:t>D1022</a:t>
                      </a:r>
                      <a:endParaRPr lang="en-US" sz="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9204" marR="29204" marT="19469" marB="19469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600">
                          <a:effectLst/>
                        </a:rPr>
                        <a:t>금속 수량</a:t>
                      </a:r>
                      <a:endParaRPr lang="ko-KR" altLang="en-US" sz="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9204" marR="29204" marT="19469" marB="19469" anchor="ctr"/>
                </a:tc>
                <a:tc>
                  <a:txBody>
                    <a:bodyPr/>
                    <a:lstStyle/>
                    <a:p>
                      <a:pPr rtl="0"/>
                      <a:endParaRPr lang="ko-KR" altLang="en-US" sz="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9204" marR="29204" marT="19469" marB="19469" anchor="ctr"/>
                </a:tc>
                <a:tc>
                  <a:txBody>
                    <a:bodyPr/>
                    <a:lstStyle/>
                    <a:p>
                      <a:pPr rtl="0"/>
                      <a:endParaRPr lang="ko-KR" altLang="en-US" sz="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9204" marR="29204" marT="19469" marB="19469" anchor="ctr"/>
                </a:tc>
                <a:extLst>
                  <a:ext uri="{0D108BD9-81ED-4DB2-BD59-A6C34878D82A}">
                    <a16:rowId xmlns:a16="http://schemas.microsoft.com/office/drawing/2014/main" val="126473751"/>
                  </a:ext>
                </a:extLst>
              </a:tr>
              <a:tr h="172897">
                <a:tc>
                  <a:txBody>
                    <a:bodyPr/>
                    <a:lstStyle/>
                    <a:p>
                      <a:pPr rtl="0"/>
                      <a:r>
                        <a:rPr lang="en-US" sz="600">
                          <a:effectLst/>
                        </a:rPr>
                        <a:t>D1023</a:t>
                      </a:r>
                      <a:endParaRPr lang="en-US" sz="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9204" marR="29204" marT="19469" marB="19469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600">
                          <a:effectLst/>
                        </a:rPr>
                        <a:t>전체 수량</a:t>
                      </a:r>
                      <a:endParaRPr lang="ko-KR" altLang="en-US" sz="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9204" marR="29204" marT="19469" marB="19469" anchor="ctr"/>
                </a:tc>
                <a:tc>
                  <a:txBody>
                    <a:bodyPr/>
                    <a:lstStyle/>
                    <a:p>
                      <a:pPr rtl="0"/>
                      <a:endParaRPr lang="ko-KR" altLang="en-US" sz="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9204" marR="29204" marT="19469" marB="19469" anchor="ctr"/>
                </a:tc>
                <a:tc>
                  <a:txBody>
                    <a:bodyPr/>
                    <a:lstStyle/>
                    <a:p>
                      <a:pPr rtl="0"/>
                      <a:endParaRPr lang="ko-KR" altLang="en-US" sz="6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9204" marR="29204" marT="19469" marB="19469" anchor="ctr"/>
                </a:tc>
                <a:extLst>
                  <a:ext uri="{0D108BD9-81ED-4DB2-BD59-A6C34878D82A}">
                    <a16:rowId xmlns:a16="http://schemas.microsoft.com/office/drawing/2014/main" val="39325128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749907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6181BB5E-826F-42EC-BA27-7A01961557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6482854"/>
              </p:ext>
            </p:extLst>
          </p:nvPr>
        </p:nvGraphicFramePr>
        <p:xfrm>
          <a:off x="1284424" y="1825628"/>
          <a:ext cx="3729536" cy="4351332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864768">
                  <a:extLst>
                    <a:ext uri="{9D8B030D-6E8A-4147-A177-3AD203B41FA5}">
                      <a16:colId xmlns:a16="http://schemas.microsoft.com/office/drawing/2014/main" val="1915145237"/>
                    </a:ext>
                  </a:extLst>
                </a:gridCol>
                <a:gridCol w="1864768">
                  <a:extLst>
                    <a:ext uri="{9D8B030D-6E8A-4147-A177-3AD203B41FA5}">
                      <a16:colId xmlns:a16="http://schemas.microsoft.com/office/drawing/2014/main" val="657623470"/>
                    </a:ext>
                  </a:extLst>
                </a:gridCol>
              </a:tblGrid>
              <a:tr h="362611">
                <a:tc>
                  <a:txBody>
                    <a:bodyPr/>
                    <a:lstStyle/>
                    <a:p>
                      <a:pPr rtl="0"/>
                      <a:r>
                        <a:rPr lang="en-US" sz="1600">
                          <a:effectLst/>
                        </a:rPr>
                        <a:t>Device Name</a:t>
                      </a:r>
                      <a:endParaRPr lang="en-US" sz="1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3680" marR="83680" marT="55786" marB="55786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>
                          <a:effectLst/>
                        </a:rPr>
                        <a:t>Comment</a:t>
                      </a:r>
                      <a:endParaRPr lang="en-US" sz="1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3680" marR="83680" marT="55786" marB="55786" anchor="ctr"/>
                </a:tc>
                <a:extLst>
                  <a:ext uri="{0D108BD9-81ED-4DB2-BD59-A6C34878D82A}">
                    <a16:rowId xmlns:a16="http://schemas.microsoft.com/office/drawing/2014/main" val="880102155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pPr rtl="0"/>
                      <a:r>
                        <a:rPr lang="en-US" sz="1600">
                          <a:effectLst/>
                        </a:rPr>
                        <a:t>SM400</a:t>
                      </a:r>
                      <a:endParaRPr lang="en-US" sz="1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3680" marR="83680" marT="55786" marB="55786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1600">
                          <a:effectLst/>
                        </a:rPr>
                        <a:t>항상실행</a:t>
                      </a:r>
                      <a:endParaRPr lang="ko-KR" altLang="en-US" sz="1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3680" marR="83680" marT="55786" marB="55786" anchor="ctr"/>
                </a:tc>
                <a:extLst>
                  <a:ext uri="{0D108BD9-81ED-4DB2-BD59-A6C34878D82A}">
                    <a16:rowId xmlns:a16="http://schemas.microsoft.com/office/drawing/2014/main" val="263550684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pPr rtl="0"/>
                      <a:r>
                        <a:rPr lang="en-US" sz="1600">
                          <a:effectLst/>
                        </a:rPr>
                        <a:t>SM402</a:t>
                      </a:r>
                      <a:endParaRPr lang="en-US" sz="1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3680" marR="83680" marT="55786" marB="55786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>
                          <a:effectLst/>
                        </a:rPr>
                        <a:t>1ScanOn</a:t>
                      </a:r>
                      <a:endParaRPr lang="en-US" sz="1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3680" marR="83680" marT="55786" marB="55786" anchor="ctr"/>
                </a:tc>
                <a:extLst>
                  <a:ext uri="{0D108BD9-81ED-4DB2-BD59-A6C34878D82A}">
                    <a16:rowId xmlns:a16="http://schemas.microsoft.com/office/drawing/2014/main" val="4070526036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pPr rtl="0"/>
                      <a:r>
                        <a:rPr lang="en-US" sz="1600">
                          <a:effectLst/>
                        </a:rPr>
                        <a:t>SM411</a:t>
                      </a:r>
                      <a:endParaRPr lang="en-US" sz="1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3680" marR="83680" marT="55786" marB="55786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altLang="ko-KR" sz="1600">
                          <a:effectLst/>
                        </a:rPr>
                        <a:t>0.2</a:t>
                      </a:r>
                      <a:r>
                        <a:rPr lang="ko-KR" altLang="en-US" sz="1600">
                          <a:effectLst/>
                        </a:rPr>
                        <a:t>초 클록</a:t>
                      </a:r>
                      <a:endParaRPr lang="ko-KR" altLang="en-US" sz="1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3680" marR="83680" marT="55786" marB="55786" anchor="ctr"/>
                </a:tc>
                <a:extLst>
                  <a:ext uri="{0D108BD9-81ED-4DB2-BD59-A6C34878D82A}">
                    <a16:rowId xmlns:a16="http://schemas.microsoft.com/office/drawing/2014/main" val="937643659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pPr rtl="0"/>
                      <a:r>
                        <a:rPr lang="en-US" sz="1600">
                          <a:effectLst/>
                        </a:rPr>
                        <a:t>SM412</a:t>
                      </a:r>
                      <a:endParaRPr lang="en-US" sz="1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3680" marR="83680" marT="55786" marB="55786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altLang="ko-KR" sz="1600">
                          <a:effectLst/>
                        </a:rPr>
                        <a:t>1</a:t>
                      </a:r>
                      <a:r>
                        <a:rPr lang="ko-KR" altLang="en-US" sz="1600">
                          <a:effectLst/>
                        </a:rPr>
                        <a:t>초클록</a:t>
                      </a:r>
                      <a:endParaRPr lang="ko-KR" altLang="en-US" sz="1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3680" marR="83680" marT="55786" marB="55786" anchor="ctr"/>
                </a:tc>
                <a:extLst>
                  <a:ext uri="{0D108BD9-81ED-4DB2-BD59-A6C34878D82A}">
                    <a16:rowId xmlns:a16="http://schemas.microsoft.com/office/drawing/2014/main" val="966274716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pPr rtl="0"/>
                      <a:r>
                        <a:rPr lang="en-US" sz="1600">
                          <a:effectLst/>
                        </a:rPr>
                        <a:t>SM413</a:t>
                      </a:r>
                      <a:endParaRPr lang="en-US" sz="1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3680" marR="83680" marT="55786" marB="55786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altLang="ko-KR" sz="1600">
                          <a:effectLst/>
                        </a:rPr>
                        <a:t>2</a:t>
                      </a:r>
                      <a:r>
                        <a:rPr lang="ko-KR" altLang="en-US" sz="1600">
                          <a:effectLst/>
                        </a:rPr>
                        <a:t>초클록</a:t>
                      </a:r>
                      <a:endParaRPr lang="ko-KR" altLang="en-US" sz="1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3680" marR="83680" marT="55786" marB="55786" anchor="ctr"/>
                </a:tc>
                <a:extLst>
                  <a:ext uri="{0D108BD9-81ED-4DB2-BD59-A6C34878D82A}">
                    <a16:rowId xmlns:a16="http://schemas.microsoft.com/office/drawing/2014/main" val="3960958742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pPr rtl="0"/>
                      <a:r>
                        <a:rPr lang="en-US" sz="1600">
                          <a:effectLst/>
                        </a:rPr>
                        <a:t>U7\G800</a:t>
                      </a:r>
                      <a:endParaRPr lang="en-US" sz="1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3680" marR="83680" marT="55786" marB="55786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1600">
                          <a:effectLst/>
                        </a:rPr>
                        <a:t>위치</a:t>
                      </a:r>
                      <a:r>
                        <a:rPr lang="en-US" sz="1600">
                          <a:effectLst/>
                        </a:rPr>
                        <a:t>R</a:t>
                      </a:r>
                      <a:endParaRPr lang="en-US" sz="1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3680" marR="83680" marT="55786" marB="55786" anchor="ctr"/>
                </a:tc>
                <a:extLst>
                  <a:ext uri="{0D108BD9-81ED-4DB2-BD59-A6C34878D82A}">
                    <a16:rowId xmlns:a16="http://schemas.microsoft.com/office/drawing/2014/main" val="2753149496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pPr rtl="0"/>
                      <a:r>
                        <a:rPr lang="en-US" sz="1600">
                          <a:effectLst/>
                        </a:rPr>
                        <a:t>U7\G804</a:t>
                      </a:r>
                      <a:endParaRPr lang="en-US" sz="1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3680" marR="83680" marT="55786" marB="55786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1600">
                          <a:effectLst/>
                        </a:rPr>
                        <a:t>속도</a:t>
                      </a:r>
                      <a:r>
                        <a:rPr lang="en-US" sz="1600">
                          <a:effectLst/>
                        </a:rPr>
                        <a:t>R</a:t>
                      </a:r>
                      <a:endParaRPr lang="en-US" sz="1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3680" marR="83680" marT="55786" marB="55786" anchor="ctr"/>
                </a:tc>
                <a:extLst>
                  <a:ext uri="{0D108BD9-81ED-4DB2-BD59-A6C34878D82A}">
                    <a16:rowId xmlns:a16="http://schemas.microsoft.com/office/drawing/2014/main" val="694847737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pPr rtl="0"/>
                      <a:r>
                        <a:rPr lang="en-US" sz="1600">
                          <a:effectLst/>
                        </a:rPr>
                        <a:t>U7\G806</a:t>
                      </a:r>
                      <a:endParaRPr lang="en-US" sz="1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3680" marR="83680" marT="55786" marB="55786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1600">
                          <a:effectLst/>
                        </a:rPr>
                        <a:t>축에러</a:t>
                      </a:r>
                      <a:endParaRPr lang="ko-KR" altLang="en-US" sz="1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3680" marR="83680" marT="55786" marB="55786" anchor="ctr"/>
                </a:tc>
                <a:extLst>
                  <a:ext uri="{0D108BD9-81ED-4DB2-BD59-A6C34878D82A}">
                    <a16:rowId xmlns:a16="http://schemas.microsoft.com/office/drawing/2014/main" val="3177297627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pPr rtl="0"/>
                      <a:r>
                        <a:rPr lang="en-US" sz="1600">
                          <a:effectLst/>
                        </a:rPr>
                        <a:t>U7\G807</a:t>
                      </a:r>
                      <a:endParaRPr lang="en-US" sz="1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3680" marR="83680" marT="55786" marB="55786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1600">
                          <a:effectLst/>
                        </a:rPr>
                        <a:t>축경고</a:t>
                      </a:r>
                      <a:endParaRPr lang="ko-KR" altLang="en-US" sz="1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3680" marR="83680" marT="55786" marB="55786" anchor="ctr"/>
                </a:tc>
                <a:extLst>
                  <a:ext uri="{0D108BD9-81ED-4DB2-BD59-A6C34878D82A}">
                    <a16:rowId xmlns:a16="http://schemas.microsoft.com/office/drawing/2014/main" val="3487424744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pPr rtl="0"/>
                      <a:r>
                        <a:rPr lang="en-US" sz="1600">
                          <a:effectLst/>
                        </a:rPr>
                        <a:t>U7\G1502</a:t>
                      </a:r>
                      <a:endParaRPr lang="en-US" sz="1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3680" marR="83680" marT="55786" marB="55786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1600">
                          <a:effectLst/>
                        </a:rPr>
                        <a:t>에러리셋</a:t>
                      </a:r>
                      <a:endParaRPr lang="ko-KR" altLang="en-US" sz="1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3680" marR="83680" marT="55786" marB="55786" anchor="ctr"/>
                </a:tc>
                <a:extLst>
                  <a:ext uri="{0D108BD9-81ED-4DB2-BD59-A6C34878D82A}">
                    <a16:rowId xmlns:a16="http://schemas.microsoft.com/office/drawing/2014/main" val="1055892992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pPr rtl="0"/>
                      <a:r>
                        <a:rPr lang="en-US" sz="1600">
                          <a:effectLst/>
                        </a:rPr>
                        <a:t>U7</a:t>
                      </a:r>
                      <a:endParaRPr lang="en-US" sz="1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3680" marR="83680" marT="55786" marB="55786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1600" dirty="0">
                          <a:effectLst/>
                        </a:rPr>
                        <a:t>유닛</a:t>
                      </a:r>
                      <a:r>
                        <a:rPr lang="en-US" altLang="ko-KR" sz="1600" dirty="0">
                          <a:effectLst/>
                        </a:rPr>
                        <a:t>7</a:t>
                      </a:r>
                      <a:endParaRPr lang="en-US" altLang="ko-KR" sz="16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3680" marR="83680" marT="55786" marB="55786" anchor="ctr"/>
                </a:tc>
                <a:extLst>
                  <a:ext uri="{0D108BD9-81ED-4DB2-BD59-A6C34878D82A}">
                    <a16:rowId xmlns:a16="http://schemas.microsoft.com/office/drawing/2014/main" val="16408203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661811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31731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1422</Words>
  <Application>Microsoft Office PowerPoint</Application>
  <PresentationFormat>와이드스크린</PresentationFormat>
  <Paragraphs>916</Paragraphs>
  <Slides>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2" baseType="lpstr">
      <vt:lpstr>Google Sans Text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user</cp:lastModifiedBy>
  <cp:revision>11</cp:revision>
  <dcterms:created xsi:type="dcterms:W3CDTF">2026-02-08T09:56:43Z</dcterms:created>
  <dcterms:modified xsi:type="dcterms:W3CDTF">2026-02-08T11:03:29Z</dcterms:modified>
</cp:coreProperties>
</file>